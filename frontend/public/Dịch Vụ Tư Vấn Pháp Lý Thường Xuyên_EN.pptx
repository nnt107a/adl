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F8350-C12B-47CE-81BA-780361F49039}" v="21" dt="2026-08-24T09:10:16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636" y="19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 Nguyen" userId="24bc2535d2960a43" providerId="LiveId" clId="{65A1C03F-7BBA-4715-9D19-595FCAA258B4}"/>
    <pc:docChg chg="undo custSel modSld">
      <pc:chgData name="Duong Nguyen" userId="24bc2535d2960a43" providerId="LiveId" clId="{65A1C03F-7BBA-4715-9D19-595FCAA258B4}" dt="2026-08-24T09:12:43.339" v="1404" actId="1076"/>
      <pc:docMkLst>
        <pc:docMk/>
      </pc:docMkLst>
      <pc:sldChg chg="addSp delSp modSp mod">
        <pc:chgData name="Duong Nguyen" userId="24bc2535d2960a43" providerId="LiveId" clId="{65A1C03F-7BBA-4715-9D19-595FCAA258B4}" dt="2026-08-12T11:51:59.504" v="1277" actId="14100"/>
        <pc:sldMkLst>
          <pc:docMk/>
          <pc:sldMk cId="0" sldId="256"/>
        </pc:sldMkLst>
        <pc:spChg chg="mod">
          <ac:chgData name="Duong Nguyen" userId="24bc2535d2960a43" providerId="LiveId" clId="{65A1C03F-7BBA-4715-9D19-595FCAA258B4}" dt="2026-08-12T07:09:06.217" v="38" actId="404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Duong Nguyen" userId="24bc2535d2960a43" providerId="LiveId" clId="{65A1C03F-7BBA-4715-9D19-595FCAA258B4}" dt="2026-08-12T07:49:43.667" v="673" actId="1076"/>
          <ac:spMkLst>
            <pc:docMk/>
            <pc:sldMk cId="0" sldId="256"/>
            <ac:spMk id="14" creationId="{D5D7319A-2AE4-85C5-9AEF-5F7ADAFE260A}"/>
          </ac:spMkLst>
        </pc:spChg>
        <pc:picChg chg="mod">
          <ac:chgData name="Duong Nguyen" userId="24bc2535d2960a43" providerId="LiveId" clId="{65A1C03F-7BBA-4715-9D19-595FCAA258B4}" dt="2026-08-12T11:51:59.504" v="1277" actId="14100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Duong Nguyen" userId="24bc2535d2960a43" providerId="LiveId" clId="{65A1C03F-7BBA-4715-9D19-595FCAA258B4}" dt="2026-08-12T07:49:51.295" v="676" actId="1076"/>
          <ac:picMkLst>
            <pc:docMk/>
            <pc:sldMk cId="0" sldId="256"/>
            <ac:picMk id="10" creationId="{64503837-2F26-8068-101A-32B35E2197AE}"/>
          </ac:picMkLst>
        </pc:picChg>
        <pc:picChg chg="add">
          <ac:chgData name="Duong Nguyen" userId="24bc2535d2960a43" providerId="LiveId" clId="{65A1C03F-7BBA-4715-9D19-595FCAA258B4}" dt="2026-08-12T07:33:50.608" v="306" actId="22"/>
          <ac:picMkLst>
            <pc:docMk/>
            <pc:sldMk cId="0" sldId="256"/>
            <ac:picMk id="12" creationId="{4378A4DD-D475-1FD8-D79B-402E36CD08AE}"/>
          </ac:picMkLst>
        </pc:picChg>
        <pc:cxnChg chg="add mod">
          <ac:chgData name="Duong Nguyen" userId="24bc2535d2960a43" providerId="LiveId" clId="{65A1C03F-7BBA-4715-9D19-595FCAA258B4}" dt="2026-08-12T07:50:39.231" v="680" actId="1582"/>
          <ac:cxnSpMkLst>
            <pc:docMk/>
            <pc:sldMk cId="0" sldId="256"/>
            <ac:cxnSpMk id="16" creationId="{03CF2DBE-FD1E-2BE1-1B19-61BBA1499E78}"/>
          </ac:cxnSpMkLst>
        </pc:cxnChg>
      </pc:sldChg>
      <pc:sldChg chg="addSp modSp mod">
        <pc:chgData name="Duong Nguyen" userId="24bc2535d2960a43" providerId="LiveId" clId="{65A1C03F-7BBA-4715-9D19-595FCAA258B4}" dt="2026-08-12T09:02:52.585" v="1148" actId="123"/>
        <pc:sldMkLst>
          <pc:docMk/>
          <pc:sldMk cId="0" sldId="257"/>
        </pc:sldMkLst>
        <pc:spChg chg="mod">
          <ac:chgData name="Duong Nguyen" userId="24bc2535d2960a43" providerId="LiveId" clId="{65A1C03F-7BBA-4715-9D19-595FCAA258B4}" dt="2026-08-12T07:26:20.216" v="25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39.616" v="1145" actId="12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42.005" v="1146" actId="12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44.835" v="1147" actId="12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44.835" v="1147" actId="123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2:52.585" v="1148" actId="123"/>
          <ac:spMkLst>
            <pc:docMk/>
            <pc:sldMk cId="0" sldId="257"/>
            <ac:spMk id="18" creationId="{00000000-0000-0000-0000-000000000000}"/>
          </ac:spMkLst>
        </pc:spChg>
        <pc:picChg chg="add mod ord">
          <ac:chgData name="Duong Nguyen" userId="24bc2535d2960a43" providerId="LiveId" clId="{65A1C03F-7BBA-4715-9D19-595FCAA258B4}" dt="2026-08-12T07:26:17.102" v="252" actId="1076"/>
          <ac:picMkLst>
            <pc:docMk/>
            <pc:sldMk cId="0" sldId="257"/>
            <ac:picMk id="24" creationId="{D075195F-71E7-CB4F-52F5-EE3709D7A0F2}"/>
          </ac:picMkLst>
        </pc:picChg>
        <pc:picChg chg="add mod">
          <ac:chgData name="Duong Nguyen" userId="24bc2535d2960a43" providerId="LiveId" clId="{65A1C03F-7BBA-4715-9D19-595FCAA258B4}" dt="2026-08-12T07:31:30.784" v="291" actId="1076"/>
          <ac:picMkLst>
            <pc:docMk/>
            <pc:sldMk cId="0" sldId="257"/>
            <ac:picMk id="26" creationId="{3DA5609D-1B50-3ABC-2E27-CA875233791E}"/>
          </ac:picMkLst>
        </pc:picChg>
      </pc:sldChg>
      <pc:sldChg chg="addSp modSp mod">
        <pc:chgData name="Duong Nguyen" userId="24bc2535d2960a43" providerId="LiveId" clId="{65A1C03F-7BBA-4715-9D19-595FCAA258B4}" dt="2026-08-24T09:12:43.339" v="1404" actId="1076"/>
        <pc:sldMkLst>
          <pc:docMk/>
          <pc:sldMk cId="0" sldId="258"/>
        </pc:sldMkLst>
        <pc:spChg chg="mod">
          <ac:chgData name="Duong Nguyen" userId="24bc2535d2960a43" providerId="LiveId" clId="{65A1C03F-7BBA-4715-9D19-595FCAA258B4}" dt="2026-08-12T07:26:43.766" v="25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Duong Nguyen" userId="24bc2535d2960a43" providerId="LiveId" clId="{65A1C03F-7BBA-4715-9D19-595FCAA258B4}" dt="2026-08-24T09:12:43.339" v="140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1:34.517" v="137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1:37.321" v="139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1:39.894" v="141" actId="403"/>
          <ac:spMkLst>
            <pc:docMk/>
            <pc:sldMk cId="0" sldId="258"/>
            <ac:spMk id="17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6:39.302" v="254" actId="22"/>
          <ac:picMkLst>
            <pc:docMk/>
            <pc:sldMk cId="0" sldId="258"/>
            <ac:picMk id="22" creationId="{609D3AD6-C7FD-1DD3-FBD6-570AC719C0EA}"/>
          </ac:picMkLst>
        </pc:picChg>
        <pc:picChg chg="add">
          <ac:chgData name="Duong Nguyen" userId="24bc2535d2960a43" providerId="LiveId" clId="{65A1C03F-7BBA-4715-9D19-595FCAA258B4}" dt="2026-08-12T07:32:26.789" v="292" actId="22"/>
          <ac:picMkLst>
            <pc:docMk/>
            <pc:sldMk cId="0" sldId="258"/>
            <ac:picMk id="24" creationId="{7E6F48E4-D88D-C349-9B91-209D39398BED}"/>
          </ac:picMkLst>
        </pc:picChg>
      </pc:sldChg>
      <pc:sldChg chg="addSp modSp mod">
        <pc:chgData name="Duong Nguyen" userId="24bc2535d2960a43" providerId="LiveId" clId="{65A1C03F-7BBA-4715-9D19-595FCAA258B4}" dt="2026-08-12T07:32:42.667" v="294" actId="14100"/>
        <pc:sldMkLst>
          <pc:docMk/>
          <pc:sldMk cId="0" sldId="259"/>
        </pc:sldMkLst>
        <pc:spChg chg="mod">
          <ac:chgData name="Duong Nguyen" userId="24bc2535d2960a43" providerId="LiveId" clId="{65A1C03F-7BBA-4715-9D19-595FCAA258B4}" dt="2026-08-12T07:26:54.131" v="258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39.692" v="156" actId="40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4:08.785" v="206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51.998" v="163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56.012" v="166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58.658" v="169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42.384" v="157" actId="40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07.029" v="172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09.429" v="175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13.533" v="178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16.914" v="181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37.328" v="155" actId="40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0.560" v="184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3.948" v="187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6.845" v="190" actId="403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29.919" v="193" actId="40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2:33.607" v="154" actId="14100"/>
          <ac:spMkLst>
            <pc:docMk/>
            <pc:sldMk cId="0" sldId="259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33.585" v="196" actId="403"/>
          <ac:spMkLst>
            <pc:docMk/>
            <pc:sldMk cId="0" sldId="259"/>
            <ac:spMk id="2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36.774" v="199" actId="403"/>
          <ac:spMkLst>
            <pc:docMk/>
            <pc:sldMk cId="0" sldId="259"/>
            <ac:spMk id="3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41.380" v="204" actId="404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3:45.258" v="205" actId="255"/>
          <ac:spMkLst>
            <pc:docMk/>
            <pc:sldMk cId="0" sldId="259"/>
            <ac:spMk id="32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6:50.725" v="257" actId="22"/>
          <ac:picMkLst>
            <pc:docMk/>
            <pc:sldMk cId="0" sldId="259"/>
            <ac:picMk id="54" creationId="{46D74390-CE95-C73B-E937-CAE1CED7EA1E}"/>
          </ac:picMkLst>
        </pc:picChg>
        <pc:picChg chg="add mod">
          <ac:chgData name="Duong Nguyen" userId="24bc2535d2960a43" providerId="LiveId" clId="{65A1C03F-7BBA-4715-9D19-595FCAA258B4}" dt="2026-08-12T07:32:42.667" v="294" actId="14100"/>
          <ac:picMkLst>
            <pc:docMk/>
            <pc:sldMk cId="0" sldId="259"/>
            <ac:picMk id="56" creationId="{701D15B3-FEF3-62A3-80E0-20B11152C800}"/>
          </ac:picMkLst>
        </pc:picChg>
      </pc:sldChg>
      <pc:sldChg chg="addSp modSp mod">
        <pc:chgData name="Duong Nguyen" userId="24bc2535d2960a43" providerId="LiveId" clId="{65A1C03F-7BBA-4715-9D19-595FCAA258B4}" dt="2026-08-12T07:32:45.935" v="296" actId="22"/>
        <pc:sldMkLst>
          <pc:docMk/>
          <pc:sldMk cId="0" sldId="260"/>
        </pc:sldMkLst>
        <pc:spChg chg="mod">
          <ac:chgData name="Duong Nguyen" userId="24bc2535d2960a43" providerId="LiveId" clId="{65A1C03F-7BBA-4715-9D19-595FCAA258B4}" dt="2026-08-12T07:32:45.687" v="29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1.645" v="220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42.769" v="224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47.883" v="227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51.971" v="230" actId="40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54.949" v="233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57.934" v="236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7:01.031" v="239" actId="403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23.379" v="214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4:01.593" v="240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16:36.036" v="221" actId="1076"/>
          <ac:spMkLst>
            <pc:docMk/>
            <pc:sldMk cId="0" sldId="260"/>
            <ac:spMk id="32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6:57.913" v="259" actId="22"/>
          <ac:picMkLst>
            <pc:docMk/>
            <pc:sldMk cId="0" sldId="260"/>
            <ac:picMk id="42" creationId="{CCAEA761-A74F-098A-78E7-7CA0C6CE0010}"/>
          </ac:picMkLst>
        </pc:picChg>
        <pc:picChg chg="add">
          <ac:chgData name="Duong Nguyen" userId="24bc2535d2960a43" providerId="LiveId" clId="{65A1C03F-7BBA-4715-9D19-595FCAA258B4}" dt="2026-08-12T07:32:45.935" v="296" actId="22"/>
          <ac:picMkLst>
            <pc:docMk/>
            <pc:sldMk cId="0" sldId="260"/>
            <ac:picMk id="44" creationId="{BE6DC21C-ACFD-7D34-73E6-E24ECFFDAEAA}"/>
          </ac:picMkLst>
        </pc:picChg>
      </pc:sldChg>
      <pc:sldChg chg="addSp delSp modSp mod">
        <pc:chgData name="Duong Nguyen" userId="24bc2535d2960a43" providerId="LiveId" clId="{65A1C03F-7BBA-4715-9D19-595FCAA258B4}" dt="2026-08-12T07:32:48.932" v="297" actId="22"/>
        <pc:sldMkLst>
          <pc:docMk/>
          <pc:sldMk cId="0" sldId="261"/>
        </pc:sldMkLst>
        <pc:spChg chg="mod">
          <ac:chgData name="Duong Nguyen" userId="24bc2535d2960a43" providerId="LiveId" clId="{65A1C03F-7BBA-4715-9D19-595FCAA258B4}" dt="2026-08-12T07:27:10.569" v="26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21.983" v="263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54.150" v="268" actId="12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40.095" v="265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50.670" v="267" actId="12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7:59.080" v="269" actId="25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02.765" v="270" actId="25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09.753" v="271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17.003" v="273" actId="12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23.350" v="274" actId="25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28.932" v="275" actId="255"/>
          <ac:spMkLst>
            <pc:docMk/>
            <pc:sldMk cId="0" sldId="261"/>
            <ac:spMk id="3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33.782" v="276" actId="255"/>
          <ac:spMkLst>
            <pc:docMk/>
            <pc:sldMk cId="0" sldId="261"/>
            <ac:spMk id="3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28:43.423" v="279" actId="14100"/>
          <ac:spMkLst>
            <pc:docMk/>
            <pc:sldMk cId="0" sldId="261"/>
            <ac:spMk id="34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27:07.401" v="261" actId="22"/>
          <ac:picMkLst>
            <pc:docMk/>
            <pc:sldMk cId="0" sldId="261"/>
            <ac:picMk id="36" creationId="{2900702D-A6BD-42F3-04E3-57C82AD699B7}"/>
          </ac:picMkLst>
        </pc:picChg>
        <pc:picChg chg="add">
          <ac:chgData name="Duong Nguyen" userId="24bc2535d2960a43" providerId="LiveId" clId="{65A1C03F-7BBA-4715-9D19-595FCAA258B4}" dt="2026-08-12T07:32:48.932" v="297" actId="22"/>
          <ac:picMkLst>
            <pc:docMk/>
            <pc:sldMk cId="0" sldId="261"/>
            <ac:picMk id="42" creationId="{FEA31FC2-210E-11CD-7AF6-394FA3368A29}"/>
          </ac:picMkLst>
        </pc:picChg>
      </pc:sldChg>
      <pc:sldChg chg="addSp modSp mod">
        <pc:chgData name="Duong Nguyen" userId="24bc2535d2960a43" providerId="LiveId" clId="{65A1C03F-7BBA-4715-9D19-595FCAA258B4}" dt="2026-08-20T01:58:27.363" v="1315" actId="1035"/>
        <pc:sldMkLst>
          <pc:docMk/>
          <pc:sldMk cId="0" sldId="262"/>
        </pc:sldMkLst>
        <pc:spChg chg="mod">
          <ac:chgData name="Duong Nguyen" userId="24bc2535d2960a43" providerId="LiveId" clId="{65A1C03F-7BBA-4715-9D19-595FCAA258B4}" dt="2026-08-12T07:39:27.197" v="433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22.578" v="377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17.017" v="363" actId="103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4:32.667" v="330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10.929" v="361" actId="103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31.337" v="371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09.123" v="359" actId="103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27.999" v="369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07.332" v="358" actId="103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20T01:58:16.838" v="1309" actId="1038"/>
          <ac:spMkLst>
            <pc:docMk/>
            <pc:sldMk cId="0" sldId="262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5:04.315" v="354" actId="1038"/>
          <ac:spMkLst>
            <pc:docMk/>
            <pc:sldMk cId="0" sldId="262"/>
            <ac:spMk id="26" creationId="{00000000-0000-0000-0000-000000000000}"/>
          </ac:spMkLst>
        </pc:spChg>
        <pc:spChg chg="mod">
          <ac:chgData name="Duong Nguyen" userId="24bc2535d2960a43" providerId="LiveId" clId="{65A1C03F-7BBA-4715-9D19-595FCAA258B4}" dt="2026-08-20T01:58:27.363" v="1315" actId="1035"/>
          <ac:spMkLst>
            <pc:docMk/>
            <pc:sldMk cId="0" sldId="262"/>
            <ac:spMk id="27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32:51.956" v="298" actId="22"/>
          <ac:picMkLst>
            <pc:docMk/>
            <pc:sldMk cId="0" sldId="262"/>
            <ac:picMk id="35" creationId="{A1C0C8A2-246A-3500-7469-0EFA345BC390}"/>
          </ac:picMkLst>
        </pc:picChg>
        <pc:picChg chg="add">
          <ac:chgData name="Duong Nguyen" userId="24bc2535d2960a43" providerId="LiveId" clId="{65A1C03F-7BBA-4715-9D19-595FCAA258B4}" dt="2026-08-12T07:39:12.223" v="431" actId="22"/>
          <ac:picMkLst>
            <pc:docMk/>
            <pc:sldMk cId="0" sldId="262"/>
            <ac:picMk id="37" creationId="{78615497-D476-B3B9-30DC-07926B16B4AC}"/>
          </ac:picMkLst>
        </pc:picChg>
      </pc:sldChg>
      <pc:sldChg chg="addSp delSp modSp mod">
        <pc:chgData name="Duong Nguyen" userId="24bc2535d2960a43" providerId="LiveId" clId="{65A1C03F-7BBA-4715-9D19-595FCAA258B4}" dt="2026-08-12T11:53:44.794" v="1279" actId="14100"/>
        <pc:sldMkLst>
          <pc:docMk/>
          <pc:sldMk cId="0" sldId="263"/>
        </pc:sldMkLst>
        <pc:spChg chg="mod">
          <ac:chgData name="Duong Nguyen" userId="24bc2535d2960a43" providerId="LiveId" clId="{65A1C03F-7BBA-4715-9D19-595FCAA258B4}" dt="2026-08-12T07:39:43.105" v="435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47.492" v="460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58.074" v="462" actId="12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47.492" v="460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58.074" v="462" actId="12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47.492" v="460" actId="25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1:58.074" v="462" actId="123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2:41.713" v="495" actId="2057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42:57.887" v="501" actId="20577"/>
          <ac:spMkLst>
            <pc:docMk/>
            <pc:sldMk cId="0" sldId="263"/>
            <ac:spMk id="25" creationId="{00000000-0000-0000-0000-000000000000}"/>
          </ac:spMkLst>
        </pc:spChg>
        <pc:picChg chg="mod">
          <ac:chgData name="Duong Nguyen" userId="24bc2535d2960a43" providerId="LiveId" clId="{65A1C03F-7BBA-4715-9D19-595FCAA258B4}" dt="2026-08-12T11:53:41.324" v="1278" actId="14100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11:53:44.794" v="1279" actId="14100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7:41:31.639" v="459" actId="1076"/>
          <ac:picMkLst>
            <pc:docMk/>
            <pc:sldMk cId="0" sldId="263"/>
            <ac:picMk id="22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7:41:31.639" v="459" actId="1076"/>
          <ac:picMkLst>
            <pc:docMk/>
            <pc:sldMk cId="0" sldId="263"/>
            <ac:picMk id="23" creationId="{00000000-0000-0000-0000-000000000000}"/>
          </ac:picMkLst>
        </pc:picChg>
        <pc:picChg chg="add">
          <ac:chgData name="Duong Nguyen" userId="24bc2535d2960a43" providerId="LiveId" clId="{65A1C03F-7BBA-4715-9D19-595FCAA258B4}" dt="2026-08-12T07:33:21.487" v="299" actId="22"/>
          <ac:picMkLst>
            <pc:docMk/>
            <pc:sldMk cId="0" sldId="263"/>
            <ac:picMk id="27" creationId="{2385EA34-B326-0788-75BC-5A66D0206DE8}"/>
          </ac:picMkLst>
        </pc:picChg>
        <pc:picChg chg="add">
          <ac:chgData name="Duong Nguyen" userId="24bc2535d2960a43" providerId="LiveId" clId="{65A1C03F-7BBA-4715-9D19-595FCAA258B4}" dt="2026-08-12T07:39:38.805" v="434" actId="22"/>
          <ac:picMkLst>
            <pc:docMk/>
            <pc:sldMk cId="0" sldId="263"/>
            <ac:picMk id="29" creationId="{E461417D-DFA2-2387-72FD-B3DBB544EB64}"/>
          </ac:picMkLst>
        </pc:picChg>
      </pc:sldChg>
      <pc:sldChg chg="addSp delSp modSp mod">
        <pc:chgData name="Duong Nguyen" userId="24bc2535d2960a43" providerId="LiveId" clId="{65A1C03F-7BBA-4715-9D19-595FCAA258B4}" dt="2026-08-24T09:11:05.937" v="1401" actId="20577"/>
        <pc:sldMkLst>
          <pc:docMk/>
          <pc:sldMk cId="0" sldId="264"/>
        </pc:sldMkLst>
        <pc:spChg chg="mod">
          <ac:chgData name="Duong Nguyen" userId="24bc2535d2960a43" providerId="LiveId" clId="{65A1C03F-7BBA-4715-9D19-595FCAA258B4}" dt="2026-08-12T07:43:37.460" v="503" actId="1076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Duong Nguyen" userId="24bc2535d2960a43" providerId="LiveId" clId="{65A1C03F-7BBA-4715-9D19-595FCAA258B4}" dt="2026-08-24T09:11:05.937" v="1401" actId="20577"/>
          <ac:graphicFrameMkLst>
            <pc:docMk/>
            <pc:sldMk cId="0" sldId="264"/>
            <ac:graphicFrameMk id="5" creationId="{00000000-0000-0000-0000-000000000000}"/>
          </ac:graphicFrameMkLst>
        </pc:graphicFrameChg>
        <pc:picChg chg="add">
          <ac:chgData name="Duong Nguyen" userId="24bc2535d2960a43" providerId="LiveId" clId="{65A1C03F-7BBA-4715-9D19-595FCAA258B4}" dt="2026-08-12T07:33:23.665" v="300" actId="22"/>
          <ac:picMkLst>
            <pc:docMk/>
            <pc:sldMk cId="0" sldId="264"/>
            <ac:picMk id="22" creationId="{EE2E2CE8-1E4A-92B5-8144-083454C7F473}"/>
          </ac:picMkLst>
        </pc:picChg>
        <pc:picChg chg="add">
          <ac:chgData name="Duong Nguyen" userId="24bc2535d2960a43" providerId="LiveId" clId="{65A1C03F-7BBA-4715-9D19-595FCAA258B4}" dt="2026-08-12T07:43:34.779" v="502" actId="22"/>
          <ac:picMkLst>
            <pc:docMk/>
            <pc:sldMk cId="0" sldId="264"/>
            <ac:picMk id="24" creationId="{D71ECF85-01E3-4141-9508-51FA4BE4FD7A}"/>
          </ac:picMkLst>
        </pc:picChg>
      </pc:sldChg>
      <pc:sldChg chg="addSp modSp mod">
        <pc:chgData name="Duong Nguyen" userId="24bc2535d2960a43" providerId="LiveId" clId="{65A1C03F-7BBA-4715-9D19-595FCAA258B4}" dt="2026-08-12T09:08:24.320" v="1228" actId="20577"/>
        <pc:sldMkLst>
          <pc:docMk/>
          <pc:sldMk cId="0" sldId="265"/>
        </pc:sldMkLst>
        <pc:spChg chg="mod">
          <ac:chgData name="Duong Nguyen" userId="24bc2535d2960a43" providerId="LiveId" clId="{65A1C03F-7BBA-4715-9D19-595FCAA258B4}" dt="2026-08-12T07:56:15.036" v="910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39.309" v="379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8:24.320" v="1228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56.077" v="382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6:42.833" v="381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8:01.453" v="422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7:01.159" v="385" actId="40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7:01.159" v="385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uong Nguyen" userId="24bc2535d2960a43" providerId="LiveId" clId="{65A1C03F-7BBA-4715-9D19-595FCAA258B4}" dt="2026-08-12T07:37:01.159" v="385" actId="403"/>
          <ac:spMkLst>
            <pc:docMk/>
            <pc:sldMk cId="0" sldId="265"/>
            <ac:spMk id="20" creationId="{00000000-0000-0000-0000-000000000000}"/>
          </ac:spMkLst>
        </pc:spChg>
        <pc:picChg chg="add">
          <ac:chgData name="Duong Nguyen" userId="24bc2535d2960a43" providerId="LiveId" clId="{65A1C03F-7BBA-4715-9D19-595FCAA258B4}" dt="2026-08-12T07:33:25.970" v="301" actId="22"/>
          <ac:picMkLst>
            <pc:docMk/>
            <pc:sldMk cId="0" sldId="265"/>
            <ac:picMk id="32" creationId="{773284A1-6AEA-489A-67FB-229E8C43BC23}"/>
          </ac:picMkLst>
        </pc:picChg>
        <pc:picChg chg="add">
          <ac:chgData name="Duong Nguyen" userId="24bc2535d2960a43" providerId="LiveId" clId="{65A1C03F-7BBA-4715-9D19-595FCAA258B4}" dt="2026-08-12T07:56:10.858" v="909" actId="22"/>
          <ac:picMkLst>
            <pc:docMk/>
            <pc:sldMk cId="0" sldId="265"/>
            <ac:picMk id="34" creationId="{551C99FC-34CE-2866-A1ED-0E7E28FFF559}"/>
          </ac:picMkLst>
        </pc:picChg>
      </pc:sldChg>
      <pc:sldChg chg="addSp modSp mod">
        <pc:chgData name="Duong Nguyen" userId="24bc2535d2960a43" providerId="LiveId" clId="{65A1C03F-7BBA-4715-9D19-595FCAA258B4}" dt="2026-08-12T08:56:14.663" v="962" actId="20577"/>
        <pc:sldMkLst>
          <pc:docMk/>
          <pc:sldMk cId="0" sldId="266"/>
        </pc:sldMkLst>
        <pc:spChg chg="mod">
          <ac:chgData name="Duong Nguyen" userId="24bc2535d2960a43" providerId="LiveId" clId="{65A1C03F-7BBA-4715-9D19-595FCAA258B4}" dt="2026-08-12T07:56:25.433" v="912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45.377" v="914" actId="14100"/>
          <ac:spMkLst>
            <pc:docMk/>
            <pc:sldMk cId="0" sldId="266"/>
            <ac:spMk id="2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47.306" v="915" actId="1410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3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49.138" v="916" actId="1410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51.648" v="917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5:03.512" v="919" actId="25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4:54.086" v="918" actId="1410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Duong Nguyen" userId="24bc2535d2960a43" providerId="LiveId" clId="{65A1C03F-7BBA-4715-9D19-595FCAA258B4}" dt="2026-08-12T08:56:14.663" v="962" actId="20577"/>
          <ac:spMkLst>
            <pc:docMk/>
            <pc:sldMk cId="0" sldId="266"/>
            <ac:spMk id="29" creationId="{00000000-0000-0000-0000-000000000000}"/>
          </ac:spMkLst>
        </pc:spChg>
        <pc:picChg chg="add mod">
          <ac:chgData name="Duong Nguyen" userId="24bc2535d2960a43" providerId="LiveId" clId="{65A1C03F-7BBA-4715-9D19-595FCAA258B4}" dt="2026-08-12T07:33:34.312" v="303" actId="14100"/>
          <ac:picMkLst>
            <pc:docMk/>
            <pc:sldMk cId="0" sldId="266"/>
            <ac:picMk id="31" creationId="{CB98F6B7-5BC0-BB3E-D2B7-DF936CA5238C}"/>
          </ac:picMkLst>
        </pc:picChg>
        <pc:picChg chg="add">
          <ac:chgData name="Duong Nguyen" userId="24bc2535d2960a43" providerId="LiveId" clId="{65A1C03F-7BBA-4715-9D19-595FCAA258B4}" dt="2026-08-12T07:56:20.304" v="911" actId="22"/>
          <ac:picMkLst>
            <pc:docMk/>
            <pc:sldMk cId="0" sldId="266"/>
            <ac:picMk id="33" creationId="{A3B63B50-7FD5-1A29-3902-DF3D6792B1F6}"/>
          </ac:picMkLst>
        </pc:picChg>
      </pc:sldChg>
      <pc:sldChg chg="addSp delSp modSp mod">
        <pc:chgData name="Duong Nguyen" userId="24bc2535d2960a43" providerId="LiveId" clId="{65A1C03F-7BBA-4715-9D19-595FCAA258B4}" dt="2026-08-12T09:27:11.077" v="1276" actId="20577"/>
        <pc:sldMkLst>
          <pc:docMk/>
          <pc:sldMk cId="0" sldId="267"/>
        </pc:sldMkLst>
        <pc:spChg chg="mod">
          <ac:chgData name="Duong Nguyen" userId="24bc2535d2960a43" providerId="LiveId" clId="{65A1C03F-7BBA-4715-9D19-595FCAA258B4}" dt="2026-08-12T09:27:11.077" v="1276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25:36.698" v="1233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0:17.191" v="1105" actId="103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0:17.191" v="1105" actId="103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uong Nguyen" userId="24bc2535d2960a43" providerId="LiveId" clId="{65A1C03F-7BBA-4715-9D19-595FCAA258B4}" dt="2026-08-12T09:00:17.191" v="1105" actId="1035"/>
          <ac:spMkLst>
            <pc:docMk/>
            <pc:sldMk cId="0" sldId="267"/>
            <ac:spMk id="14" creationId="{00000000-0000-0000-0000-000000000000}"/>
          </ac:spMkLst>
        </pc:spChg>
        <pc:picChg chg="mod">
          <ac:chgData name="Duong Nguyen" userId="24bc2535d2960a43" providerId="LiveId" clId="{65A1C03F-7BBA-4715-9D19-595FCAA258B4}" dt="2026-08-12T09:25:33.166" v="1232" actId="1076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25:29.125" v="1230" actId="14100"/>
          <ac:picMkLst>
            <pc:docMk/>
            <pc:sldMk cId="0" sldId="267"/>
            <ac:picMk id="3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5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9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11" creationId="{00000000-0000-0000-0000-000000000000}"/>
          </ac:picMkLst>
        </pc:picChg>
        <pc:picChg chg="mod">
          <ac:chgData name="Duong Nguyen" userId="24bc2535d2960a43" providerId="LiveId" clId="{65A1C03F-7BBA-4715-9D19-595FCAA258B4}" dt="2026-08-12T09:00:17.191" v="1105" actId="1035"/>
          <ac:picMkLst>
            <pc:docMk/>
            <pc:sldMk cId="0" sldId="267"/>
            <ac:picMk id="13" creationId="{00000000-0000-0000-0000-000000000000}"/>
          </ac:picMkLst>
        </pc:picChg>
        <pc:picChg chg="add mod">
          <ac:chgData name="Duong Nguyen" userId="24bc2535d2960a43" providerId="LiveId" clId="{65A1C03F-7BBA-4715-9D19-595FCAA258B4}" dt="2026-08-12T07:33:43.505" v="305" actId="14100"/>
          <ac:picMkLst>
            <pc:docMk/>
            <pc:sldMk cId="0" sldId="267"/>
            <ac:picMk id="16" creationId="{E5D4B0D7-50BC-C957-0494-BE270572C114}"/>
          </ac:picMkLst>
        </pc:picChg>
        <pc:picChg chg="add mod">
          <ac:chgData name="Duong Nguyen" userId="24bc2535d2960a43" providerId="LiveId" clId="{65A1C03F-7BBA-4715-9D19-595FCAA258B4}" dt="2026-08-12T09:26:29.281" v="1235" actId="1076"/>
          <ac:picMkLst>
            <pc:docMk/>
            <pc:sldMk cId="0" sldId="267"/>
            <ac:picMk id="18" creationId="{DBE58344-5B9D-E67D-9AA1-3A0EFDF71FB1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74.png"/><Relationship Id="rId17" Type="http://schemas.openxmlformats.org/officeDocument/2006/relationships/image" Target="../media/image75.png"/><Relationship Id="rId18" Type="http://schemas.openxmlformats.org/officeDocument/2006/relationships/image" Target="../media/image3.png"/><Relationship Id="rId19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3.png"/><Relationship Id="rId1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3.png"/><Relationship Id="rId10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3.png"/><Relationship Id="rId17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9173"/>
            <a:ext cx="12192000" cy="71606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7690" y="2692747"/>
            <a:ext cx="10516470" cy="527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2800" b="1">
                <a:solidFill>
                  <a:srgbClr val="FFFFFF"/>
                </a:solidFill>
                <a:latin typeface="Inter"/>
                <a:ea typeface="Calibri" panose="020F0502020204030204" pitchFamily="34" charset="0"/>
                <a:cs typeface="Calibri" panose="020F0502020204030204" pitchFamily="34" charset="0"/>
              </a:rPr>
              <a:t>RETAINER LEGAL ADVISORY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3452812"/>
            <a:ext cx="83820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D9D9D9"/>
                </a:solidFill>
                <a:latin typeface="Inter"/>
              </a:rPr>
              <a:t>Long-term Legal Companion – Proactive Risk Prevention – Supporting Sustainable Business Growth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03837-2F26-8068-101A-32B35E219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270" y="-108498"/>
            <a:ext cx="3561310" cy="35613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78A4DD-D475-1FD8-D79B-402E36CD0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D7319A-2AE4-85C5-9AEF-5F7ADAFE260A}"/>
              </a:ext>
            </a:extLst>
          </p:cNvPr>
          <p:cNvSpPr txBox="1"/>
          <p:nvPr/>
        </p:nvSpPr>
        <p:spPr>
          <a:xfrm>
            <a:off x="1904925" y="4302619"/>
            <a:ext cx="8382000" cy="269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vi-VN" sz="1425" b="1" i="0" u="none">
                <a:solidFill>
                  <a:srgbClr val="FFBD59"/>
                </a:solidFill>
                <a:latin typeface="Inter"/>
              </a:rPr>
              <a:t>Legal counsel accompanying businesses in every commercial decision</a:t>
            </a:r>
            <a:endParaRPr sz="1425" b="1" i="0" u="none">
              <a:solidFill>
                <a:srgbClr val="FFBD59"/>
              </a:solidFill>
              <a:latin typeface="Inte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CF2DBE-FD1E-2BE1-1B19-61BBA1499E78}"/>
              </a:ext>
            </a:extLst>
          </p:cNvPr>
          <p:cNvCxnSpPr/>
          <p:nvPr/>
        </p:nvCxnSpPr>
        <p:spPr>
          <a:xfrm>
            <a:off x="2847975" y="4114800"/>
            <a:ext cx="6410325" cy="0"/>
          </a:xfrm>
          <a:prstGeom prst="line">
            <a:avLst/>
          </a:prstGeom>
          <a:ln w="6350">
            <a:solidFill>
              <a:srgbClr val="FFB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55031"/>
            <a:ext cx="5429250" cy="3138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617243"/>
            <a:ext cx="1524000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617243"/>
            <a:ext cx="1524000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617243"/>
            <a:ext cx="1524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1246769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Do Businesses Truly Need Regular Legal Counsel?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809625"/>
            <a:ext cx="2959303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316956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225" y="2297906"/>
            <a:ext cx="4733925" cy="39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Ongoing legal issues arise, but maintaining a costly in-house legal department is not cost-effective.</a:t>
            </a:r>
            <a:r>
              <a:rPr lang="vi-VN" sz="1200" b="0" i="0" u="none">
                <a:solidFill>
                  <a:srgbClr val="1E293B"/>
                </a:solidFill>
                <a:latin typeface="Inter Medium"/>
              </a:rPr>
              <a:t/>
            </a:r>
            <a:r>
              <a:rPr sz="1200" b="0" i="0" u="none">
                <a:solidFill>
                  <a:srgbClr val="1E293B"/>
                </a:solidFill>
                <a:latin typeface="Inter Medium"/>
              </a:rPr>
              <a:t/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130153"/>
            <a:ext cx="1905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7275" y="3111103"/>
            <a:ext cx="4714875" cy="39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Commercial decisions and contracts are signed before comprehensive risks can be properly evaluated.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943350"/>
            <a:ext cx="21907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50" y="3924300"/>
            <a:ext cx="4686300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Complications in labor, corporate governance, tax, licensing &amp; compliance arise on a daily basis.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4756546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8225" y="4737496"/>
            <a:ext cx="4733925" cy="39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27"/>
              </a:lnSpc>
            </a:pPr>
            <a:r>
              <a:rPr sz="1200" b="0" i="0" u="none">
                <a:solidFill>
                  <a:srgbClr val="1E293B"/>
                </a:solidFill>
                <a:latin typeface="Inter Medium"/>
              </a:rPr>
              <a:t>Seeking legal counsel only after disputes arise leads to exorbitant costs and complicated resolution procedures.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5172" y="2469356"/>
            <a:ext cx="4723559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FFBD59"/>
                </a:solidFill>
                <a:latin typeface="Plus Jakarta Sans"/>
              </a:rPr>
              <a:t>Core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878931"/>
            <a:ext cx="4800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nter"/>
              </a:rPr>
              <a:t>Effective legal management is not just about resolving disputes after they occur, but more importantly, </a:t>
            </a:r>
            <a:r>
              <a:rPr sz="1200" b="1" i="0" u="none">
                <a:solidFill>
                  <a:srgbClr val="FFFFFF"/>
                </a:solidFill>
                <a:latin typeface="Inter"/>
              </a:rPr>
              <a:t>identifying &amp; controlling risks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before they become a burden to the enterprise.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497931"/>
            <a:ext cx="206722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0" y="4736306"/>
            <a:ext cx="1428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725" y="4736306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6500" y="4736306"/>
            <a:ext cx="123825" cy="1238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75195F-71E7-CB4F-52F5-EE3709D7A0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DA5609D-1B50-3ABC-2E27-CA875233791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50517"/>
            <a:ext cx="3562350" cy="22580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950517"/>
            <a:ext cx="3562350" cy="22580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950517"/>
            <a:ext cx="3562350" cy="2258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1266825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What is Retainer Legal Advisory?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809625"/>
            <a:ext cx="560249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3875" y="2055514"/>
            <a:ext cx="952500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>
                <a:solidFill>
                  <a:srgbClr val="475569"/>
                </a:solidFill>
                <a:latin typeface="Inter"/>
              </a:rPr>
              <a:t>A service model where businesses engage AD Legal on a retainer basis, gaining continuous access to a professional legal team acting as their external In-House Legal Department.</a:t>
            </a:r>
            <a:r>
              <a:rPr sz="160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/>
            </a:r>
            <a:r>
              <a:rPr lang="vi-VN" sz="1600" b="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i="0" u="none">
                <a:solidFill>
                  <a:srgbClr val="475569"/>
                </a:solidFill>
                <a:latin typeface="Inter"/>
              </a:rPr>
              <a:t/>
            </a:r>
            <a:r>
              <a:rPr lang="vi-VN" sz="1600" i="0" u="none">
                <a:solidFill>
                  <a:srgbClr val="475569"/>
                </a:solidFill>
                <a:latin typeface="Inter"/>
              </a:rPr>
              <a:t/>
            </a:r>
            <a:r>
              <a:rPr sz="1600" i="0" u="none">
                <a:solidFill>
                  <a:srgbClr val="475569"/>
                </a:solidFill>
                <a:latin typeface="Inter"/>
              </a:rPr>
              <a:t/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226742"/>
            <a:ext cx="552450" cy="55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3969692"/>
            <a:ext cx="32404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26B9A"/>
                </a:solidFill>
                <a:latin typeface="Plus Jakarta Sans"/>
              </a:rPr>
              <a:t>01. Proactive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312592"/>
            <a:ext cx="308610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Receive thorough advice and risk assessment prior to executing business decisions or entering major transactions.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3226742"/>
            <a:ext cx="552450" cy="552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2950" y="3969692"/>
            <a:ext cx="32404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26B9A"/>
                </a:solidFill>
                <a:latin typeface="Plus Jakarta Sans"/>
              </a:rPr>
              <a:t>02. Continuous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2950" y="4312592"/>
            <a:ext cx="308610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Lawyers gain a deep understanding of your business model, operations, and legal history to deliver seamless support.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226742"/>
            <a:ext cx="552450" cy="552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3900" y="3969692"/>
            <a:ext cx="32404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26B9A"/>
                </a:solidFill>
                <a:latin typeface="Plus Jakarta Sans"/>
              </a:rPr>
              <a:t>03. Cost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4312592"/>
            <a:ext cx="3086100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Proactively plan a fixed monthly/quarterly legal budget, eliminating unpredictable ad-hoc expenses.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379142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5350" y="3379142"/>
            <a:ext cx="2476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2012" y="3379142"/>
            <a:ext cx="276225" cy="2476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9D3AD6-C7FD-1DD3-FBD6-570AC719C0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E6F48E4-D88D-C349-9B91-209D39398B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07951"/>
            <a:ext cx="5476875" cy="192107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707951"/>
            <a:ext cx="5476875" cy="19210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819525"/>
            <a:ext cx="5476875" cy="19210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819525"/>
            <a:ext cx="5476875" cy="1921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1141995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Key Scope of Support (Part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809625"/>
            <a:ext cx="6018761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907976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1979414"/>
            <a:ext cx="319603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01. Corporate Governance &amp; Internal Affairs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460426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</a:rPr>
              <a:t>Advising on rights and obligations of members / shareholders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716857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operations of Members' Council, Board of Directors &amp; General Meeting of Shareholders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973288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Reviewing internal resolutions, decisions, and meeting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229719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enterprise registration amendments, corporate restructuring &amp; authority delegation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1907976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48475" y="1979414"/>
            <a:ext cx="335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02. Contracts &amp; Commercial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460426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Drafting &amp; reviewing various commercial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2716857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negotiations &amp; evaluating parties' rights/obligations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973288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Drafting penalty for breach and damage compensation clauses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229719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contract termination and rescission in compliance with the law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019550"/>
            <a:ext cx="342900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1100" y="4090987"/>
            <a:ext cx="3048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03. Labor &amp; Human Resource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57200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Drafting employment contracts, internal labor regulations &amp; internal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482843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labor discipline procedures and dismissal/termination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5084861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labor dispute settlement with employees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5341292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Work permit procedures for foreign employees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4019550"/>
            <a:ext cx="342900" cy="3429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48475" y="4090987"/>
            <a:ext cx="35337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04. Operational Regulatory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457200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Reviewing compliance status &amp; updating newly enacted regulations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482843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sub-licenses &amp; conditional business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725" y="5084861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personal data protection &amp; consumer rights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25" y="5341292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regulations regarding advertising &amp; sales promotions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862" y="1998464"/>
            <a:ext cx="180975" cy="1619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3900" y="247947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273590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299233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32487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2237" y="1998464"/>
            <a:ext cx="180975" cy="1619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91275" y="247947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275" y="273590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275" y="299233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275" y="32487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337" y="4110037"/>
            <a:ext cx="200025" cy="16192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3900" y="459105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900" y="484748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900" y="510391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3900" y="5360342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0812" y="4110037"/>
            <a:ext cx="123825" cy="1619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391275" y="459105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1275" y="484748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275" y="510391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1275" y="5360342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6D74390-CE95-C73B-E937-CAE1CED7EA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01D15B3-FEF3-62A3-80E0-20B11152C8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9546" y="273844"/>
            <a:ext cx="1793753" cy="1186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50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51521"/>
            <a:ext cx="3587650" cy="21203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2651521"/>
            <a:ext cx="3587799" cy="21203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325" y="2651521"/>
            <a:ext cx="3587650" cy="2120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1237244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Key Scope of Support (Part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797123"/>
            <a:ext cx="5961611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851546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2922983"/>
            <a:ext cx="1763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05. Investment &amp; M&amp;A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403996"/>
            <a:ext cx="3016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Advising on foreign direct investment into Vietnam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660427"/>
            <a:ext cx="3016150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Capital contribution &amp; transfer of shares / capital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116139"/>
            <a:ext cx="3016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Legal Due Diligence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372569"/>
            <a:ext cx="3016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Drafting &amp; reviewing M&amp;A transaction documents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050" y="2851546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9249" y="2922983"/>
            <a:ext cx="18511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06. Risk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500" y="3403996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Identifying &amp; evaluating operational and commercial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500" y="3660427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Proposing dispute prevention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500" y="3916858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Drafting warning notices, demand letters, and formal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500" y="4173289"/>
            <a:ext cx="3016299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Supporting negotiation &amp; communication with business partners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350" y="2851546"/>
            <a:ext cx="342900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37550" y="2922983"/>
            <a:ext cx="22733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13750"/>
                </a:solidFill>
                <a:latin typeface="Plus Jakarta Sans"/>
              </a:rPr>
              <a:t>07. Incident &amp; Dispute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1800" y="3403996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Assessing incidents &amp; establishing legal standing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1800" y="3660427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Developing optimal resolution scenarios for the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1800" y="3916858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Drafting official legal documents &amp; correspondence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1800" y="4173289"/>
            <a:ext cx="3016150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Assisting throughout the execution of selected solutions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7" y="2942033"/>
            <a:ext cx="200025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3900" y="342304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367947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13518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439161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2538" y="2942033"/>
            <a:ext cx="161925" cy="1619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02050" y="342304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2050" y="367947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2050" y="393590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2050" y="419233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1312" y="2942033"/>
            <a:ext cx="180975" cy="1619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80350" y="342304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350" y="367947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0350" y="393590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350" y="419233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CAEA761-A74F-098A-78E7-7CA0C6CE00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E6DC21C-ACFD-7D34-73E6-E24ECFFDAE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69169"/>
            <a:ext cx="5486400" cy="92243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169169"/>
            <a:ext cx="5486400" cy="92243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263056"/>
            <a:ext cx="5486400" cy="92243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3263056"/>
            <a:ext cx="5486400" cy="92243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356943"/>
            <a:ext cx="5486400" cy="92243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4356943"/>
            <a:ext cx="5486400" cy="9224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1226975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When Do Businesses Need AD Legal?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875" y="809625"/>
            <a:ext cx="549771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331094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2331094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24981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424981"/>
            <a:ext cx="400050" cy="400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518868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4518868"/>
            <a:ext cx="400050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862" y="2450157"/>
            <a:ext cx="161925" cy="1619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200" y="2331094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Before signing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2531119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“Are there any unfavorable terms?” → AD Legal reviews and flags critical risks.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1762" y="2450157"/>
            <a:ext cx="123825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77050" y="2331094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Before business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7050" y="2531119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“Is this plan compliant with the law?” → AD Legal assesses legal grounds &amp; optimal directions.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5812" y="3544044"/>
            <a:ext cx="200025" cy="161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200" y="3424981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When HR/labor issues arise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3625006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“How should we handle this case?” → AD Legal advises proper procedures &amp; completes standard dossiers.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3662" y="3544044"/>
            <a:ext cx="200025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77050" y="3424981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When partners breach commitments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7050" y="3625006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“Do we have the right to penalize/terminate?” → AD Legal formulates strategies to protect your legitimate rights.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337" y="4637930"/>
            <a:ext cx="180975" cy="1619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19200" y="4518868"/>
            <a:ext cx="46291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When regulations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4718893"/>
            <a:ext cx="4629150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“How do new regulations affect us?” → AD Legal provides updates &amp; timely adaptation guidance.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2712" y="4637930"/>
            <a:ext cx="161925" cy="1619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77050" y="4518868"/>
            <a:ext cx="43195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When preparing major deals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7050" y="4718893"/>
            <a:ext cx="46291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“What risks must be mitigated?” → AD Legal assists with due diligence &amp; negotiations.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900702D-A6BD-42F3-04E3-57C82AD699B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EA31FC2-210E-11CD-7AF6-394FA3368A2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534792"/>
            <a:ext cx="11144250" cy="540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1380974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Professional 5-Step Working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875" y="809625"/>
            <a:ext cx="495389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15429" y="3315592"/>
            <a:ext cx="9361141" cy="381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625" y="4687192"/>
            <a:ext cx="10610850" cy="23619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400" b="0" i="0" u="none">
                <a:solidFill>
                  <a:srgbClr val="026B9A"/>
                </a:solidFill>
                <a:latin typeface="Inter"/>
              </a:rPr>
              <a:t>A dedicated legal contact – Deep business understanding – Prompt &amp; continuous support.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927" y="2515492"/>
            <a:ext cx="6858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790" y="3353692"/>
            <a:ext cx="600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2015" y="3582292"/>
            <a:ext cx="8810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RECEIPT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3820417"/>
            <a:ext cx="2005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Record information &amp; legal requests from the business.</a:t>
            </a:r>
            <a:r>
              <a:rPr lang="vi-VN" sz="1200" b="0" i="0" u="none">
                <a:solidFill>
                  <a:srgbClr val="64748B"/>
                </a:solidFill>
                <a:latin typeface="Inter"/>
              </a:rPr>
              <a:t/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/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439" y="2515492"/>
            <a:ext cx="685800" cy="685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1776" y="3353692"/>
            <a:ext cx="61912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39864" y="3582292"/>
            <a:ext cx="7572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8386" y="3820417"/>
            <a:ext cx="2005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Examine dossiers, analyze relevant regulations &amp; risks.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2951" y="2515492"/>
            <a:ext cx="685800" cy="685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6288" y="3353692"/>
            <a:ext cx="61912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100" y="3582292"/>
            <a:ext cx="5857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ADVISE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2898" y="3820417"/>
            <a:ext cx="200590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Propose feasible, secure, and compliant solutions.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7462" y="2515492"/>
            <a:ext cx="685800" cy="685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6037" y="3353692"/>
            <a:ext cx="6286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6500" y="3582292"/>
            <a:ext cx="8810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430" y="3854886"/>
            <a:ext cx="1741557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Draft legal documents, assist with negotiations &amp; procedures.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1974" y="2515492"/>
            <a:ext cx="685800" cy="685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5312" y="3353692"/>
            <a:ext cx="61912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83862" y="3582292"/>
            <a:ext cx="9603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13750"/>
                </a:solidFill>
                <a:latin typeface="Inter"/>
              </a:rPr>
              <a:t>ACCOMPANY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677" y="3843457"/>
            <a:ext cx="1617613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Monitor outcomes &amp; provide ongoing, long-term support.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4087" y="4725292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2527" y="2744092"/>
            <a:ext cx="22860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7039" y="2744092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126" y="2744092"/>
            <a:ext cx="17145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1775" y="2744092"/>
            <a:ext cx="25717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50574" y="2744092"/>
            <a:ext cx="228600" cy="2286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1C0C8A2-246A-3500-7469-0EFA345BC39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8615497-D476-B3B9-30DC-07926B16B4A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06538"/>
            <a:ext cx="5476875" cy="11034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306538"/>
            <a:ext cx="5476875" cy="1103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600451"/>
            <a:ext cx="5476875" cy="1103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600450"/>
            <a:ext cx="5476875" cy="11034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1231701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Target Client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875" y="809625"/>
            <a:ext cx="6347374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2525613"/>
            <a:ext cx="476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2525613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819525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658963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2525613"/>
            <a:ext cx="463057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FDI &amp; Foreign-Invested 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92313"/>
            <a:ext cx="4410075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Requires an external legal team in Vietnam with deep local insight to support comprehensive operations &amp; compliance.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2658963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8975" y="2525613"/>
            <a:ext cx="463057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Small &amp; Medium Enterprises (SMEs)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75" y="2792313"/>
            <a:ext cx="4410075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Cost-optimized; no need for a full-time in-house legal team yet requires regular in-depth expert counsel.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952875"/>
            <a:ext cx="20955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3819525"/>
            <a:ext cx="463057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Fast-Growing Enterprises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86225"/>
            <a:ext cx="4410075" cy="39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Rapidly experiencing high volumes of contracts, hiring, business licenses &amp; commercial transactions.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3819525"/>
            <a:ext cx="476250" cy="476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9387" y="3952875"/>
            <a:ext cx="2381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38975" y="3819525"/>
            <a:ext cx="417052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Plus Jakarta Sans"/>
              </a:rPr>
              <a:t>Corporations &amp; Active Commercial Enterprises</a:t>
            </a:r>
            <a:r>
              <a:rPr lang="vi-VN" sz="1400" b="1" i="0" u="none">
                <a:solidFill>
                  <a:srgbClr val="026B9A"/>
                </a:solidFill>
                <a:latin typeface="Plus Jakarta Sans"/>
              </a:rPr>
              <a:t/>
            </a:r>
            <a:r>
              <a:rPr sz="1400" b="1" i="0" u="none">
                <a:solidFill>
                  <a:srgbClr val="026B9A"/>
                </a:solidFill>
                <a:latin typeface="Plus Jakarta San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8975" y="4086225"/>
            <a:ext cx="44100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Frequently entering into contracts with customers, suppliers, and partners.</a:t>
            </a:r>
            <a:r>
              <a:rPr lang="vi-VN" sz="1200" b="0" i="0" u="none">
                <a:solidFill>
                  <a:srgbClr val="475569"/>
                </a:solidFill>
                <a:latin typeface="Inter"/>
              </a:rPr>
              <a:t/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385EA34-B326-0788-75BC-5A66D0206D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461417D-DFA2-2387-72FD-B3DBB544EB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1212131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Flexible Service Packages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3875" y="809625"/>
            <a:ext cx="7176935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69090"/>
              </p:ext>
            </p:extLst>
          </p:nvPr>
        </p:nvGraphicFramePr>
        <p:xfrm>
          <a:off x="523875" y="2100411"/>
          <a:ext cx="11125198" cy="3897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0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9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545">
                <a:tc>
                  <a:txBody>
                    <a:bodyPr/>
                    <a:lstStyle/>
                    <a:p>
                      <a:pPr algn="l"/>
                      <a:r>
                        <a:rPr lang="vi-VN"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CRITERIA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BASIC PACKAGE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STANDARD PACKAGE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"/>
                        </a:rPr>
                        <a:t>ADVANCED PACKAGE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545">
                <a:tc>
                  <a:txBody>
                    <a:bodyPr/>
                    <a:lstStyle/>
                    <a:p>
                      <a:pPr algn="l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Time Cap</a:t>
                      </a:r>
                      <a:endParaRPr sz="1200" b="1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08 hours / month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12 hours / month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16 hours / month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5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Target 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Businesses with occasional legal advisory needs.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Businesses with active regular commercial operations.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FDI enterprises and corporations with high legal demands.</a:t>
                      </a:r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/>
                      </a:r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54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Core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Basic legal &amp; corporate advisory.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Regular advisory, contract review, labor &amp; compliance.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Full scope coverage + Strategy &amp; M&amp;A.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54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Support Channel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Dedicated counsel via Email / Phone.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4155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Dedicated counsel via Email / Phone.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34155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Dedicated counsel via Email / Phone.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54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vi-VN" sz="1200" b="0" i="0" u="none" kern="1200">
                          <a:solidFill>
                            <a:srgbClr val="334155"/>
                          </a:solidFill>
                          <a:latin typeface="Inter"/>
                          <a:ea typeface="+mn-ea"/>
                          <a:cs typeface="+mn-cs"/>
                        </a:rPr>
                        <a:t>Periodic Meetings</a:t>
                      </a:r>
                      <a:endParaRPr sz="1200" b="1" i="0" u="none" kern="1200">
                        <a:solidFill>
                          <a:srgbClr val="334155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Online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In-person at client's office (02 hours / month)</a:t>
                      </a:r>
                      <a:endParaRPr sz="12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In-person at client's office (03 hours / month)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63405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3400" y="3314253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3376" y="3314253"/>
            <a:ext cx="2905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08948" y="3314253"/>
            <a:ext cx="2890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9339" y="3314253"/>
            <a:ext cx="2659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989040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3376" y="3989040"/>
            <a:ext cx="2905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08948" y="3989040"/>
            <a:ext cx="2890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99339" y="3989040"/>
            <a:ext cx="2659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4663826"/>
            <a:ext cx="2669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3376" y="4663826"/>
            <a:ext cx="29055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08948" y="4663826"/>
            <a:ext cx="2890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99339" y="4663826"/>
            <a:ext cx="26592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2E2CE8-1E4A-92B5-8144-083454C7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71ECF85-01E3-4141-9508-51FA4BE4F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72332"/>
            <a:ext cx="5476875" cy="25038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72332"/>
            <a:ext cx="5476875" cy="2503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1276350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Excluded Scope &amp; Fee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75" y="809625"/>
            <a:ext cx="6362547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00" y="3224807"/>
            <a:ext cx="5076825" cy="184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1200" b="0" i="0" u="none">
                <a:solidFill>
                  <a:srgbClr val="7F1D1D"/>
                </a:solidFill>
                <a:latin typeface="Inter"/>
              </a:rPr>
              <a:t>Unless agreed otherwise, the retainer fee does not include: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606528"/>
            <a:ext cx="5076825" cy="16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36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* These matters will be quoted separately on a case-by-case basis.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672357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100" y="2743795"/>
            <a:ext cx="28860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991B1B"/>
                </a:solidFill>
                <a:latin typeface="Plus Jakarta Sans"/>
              </a:rPr>
              <a:t>Excluded Scope (Retainer)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504604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Dispute litigation before Courts or Arbitration tribunals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761035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Large-scale M&amp;A transactions &amp; intensive Legal Due Diligence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017466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Direct representation in external meetings with clients, partners, state authorities</a:t>
            </a:r>
            <a:r>
              <a:rPr lang="vi-VN" sz="1200" b="0" i="0" u="none">
                <a:solidFill>
                  <a:srgbClr val="475569"/>
                </a:solidFill>
                <a:latin typeface="Inter"/>
              </a:rPr>
              <a:t/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5350" y="4273897"/>
            <a:ext cx="4905375" cy="199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State fees, official charges, notarization, consular legalization, translation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2672357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48475" y="2743795"/>
            <a:ext cx="25622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4532D"/>
                </a:solidFill>
                <a:latin typeface="Plus Jakarta Sans"/>
              </a:rPr>
              <a:t>Fee Mechanism &amp; Response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24807"/>
            <a:ext cx="4905375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Fee Mechanism: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Fixed monthly or quarterly payments, helping businesses easily forecast their budget.</a:t>
            </a:r>
            <a:r>
              <a:rPr lang="vi-VN" sz="1200" b="0" i="0" u="none">
                <a:solidFill>
                  <a:srgbClr val="475569"/>
                </a:solidFill>
                <a:latin typeface="Inter"/>
              </a:rPr>
              <a:t/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680519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Standard Requests: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Legal advice response within 24–48 working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936950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Urgent Requests: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Immediate priority handling based on case importance.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193381"/>
            <a:ext cx="4905375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Complex Matters: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Clear notification of estimated completion time for legal opinion.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87" y="2762845"/>
            <a:ext cx="1619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3900" y="3523654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378008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403651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29294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762" y="2762845"/>
            <a:ext cx="161925" cy="1619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91275" y="3243857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36995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395600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421243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sz="750" b="0" i="0" u="none">
                <a:solidFill>
                  <a:srgbClr val="FFBD59"/>
                </a:solidFill>
                <a:latin typeface="Inter"/>
              </a:rPr>
              <a:t>■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3284A1-6AEA-489A-67FB-229E8C43BC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0" y="273844"/>
            <a:ext cx="2347800" cy="15527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1C99FC-34CE-2866-A1ED-0E7E28FFF5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777751"/>
            <a:ext cx="11144250" cy="6680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579191"/>
            <a:ext cx="11144250" cy="6680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80630"/>
            <a:ext cx="11144250" cy="6680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182070"/>
            <a:ext cx="11144250" cy="66808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983509"/>
            <a:ext cx="11144250" cy="6871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1153714"/>
            <a:ext cx="116681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0" i="0" u="none">
                <a:solidFill>
                  <a:srgbClr val="026B9A"/>
                </a:solidFill>
                <a:latin typeface="Plus Jakarta Sans ExtraBold"/>
              </a:rPr>
              <a:t>Onboarding &amp; Cooperation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875" y="809625"/>
            <a:ext cx="7129310" cy="2857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973609"/>
            <a:ext cx="73342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2850" y="2035522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775049"/>
            <a:ext cx="7620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2850" y="2836961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576488"/>
            <a:ext cx="7620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2850" y="3638401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377928"/>
            <a:ext cx="771525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72850" y="4439840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425" y="5188892"/>
            <a:ext cx="76200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68075" y="5231755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9725" y="1930151"/>
            <a:ext cx="15144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Needs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725" y="2111126"/>
            <a:ext cx="96107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Understand the business model and recurring legal needs of the enterprise.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8300" y="2731591"/>
            <a:ext cx="14859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Scope 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8300" y="2912566"/>
            <a:ext cx="95821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Identify scope of work, frequency, and required level of legal support.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8299" y="3533030"/>
            <a:ext cx="13239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Service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300" y="3714005"/>
            <a:ext cx="95821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Propose a detailed scope of services with an optimized fee 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7824" y="4334470"/>
            <a:ext cx="14763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Contract Signing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825" y="4515445"/>
            <a:ext cx="95726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Align on scope of work, service fees, response SLA, and terms of engagement.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7825" y="5145434"/>
            <a:ext cx="147637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26B9A"/>
                </a:solidFill>
                <a:latin typeface="Inter"/>
              </a:rPr>
              <a:t>Long-term Partnership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7825" y="5326409"/>
            <a:ext cx="94678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1200" b="0" i="0">
                <a:solidFill>
                  <a:srgbClr val="64748B"/>
                </a:solidFill>
                <a:latin typeface="Inter"/>
              </a:rPr>
              <a:t>AD Legal officially serves as your dedicated regular legal counsel, partnering with your business.</a:t>
            </a:r>
            <a:r>
              <a:rPr lang="vi-VN" sz="1200">
                <a:solidFill>
                  <a:srgbClr val="64748B"/>
                </a:solidFill>
                <a:latin typeface="Inter"/>
              </a:rPr>
              <a:t/>
            </a:r>
            <a:r>
              <a:rPr sz="1200">
                <a:solidFill>
                  <a:srgbClr val="64748B"/>
                </a:solidFill>
                <a:latin typeface="Inter"/>
              </a:rPr>
              <a:t/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98F6B7-5BC0-BB3E-D2B7-DF936CA5238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29824" y="273844"/>
            <a:ext cx="2033475" cy="134489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3B63B50-7FD5-1A29-3902-DF3D6792B1F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-175508"/>
            <a:ext cx="1793752" cy="1793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8892"/>
            <a:ext cx="12192000" cy="703689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2724149"/>
            <a:ext cx="8096250" cy="24077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3769816"/>
            <a:ext cx="7315200" cy="42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4577" y="3382582"/>
            <a:ext cx="7680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2000" b="1" i="0" u="none">
                <a:solidFill>
                  <a:srgbClr val="FFFFFF"/>
                </a:solidFill>
                <a:latin typeface="Plus Jakarta Sans"/>
              </a:rPr>
              <a:t>ADL COUNSEL LAW COMPANY LIMITED</a:t>
            </a:r>
            <a:endParaRPr sz="20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00337" y="5544247"/>
            <a:ext cx="7315200" cy="745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00" b="0" i="0" u="none">
                <a:solidFill>
                  <a:srgbClr val="D9D9D9"/>
                </a:solidFill>
                <a:latin typeface="Inter"/>
              </a:rPr>
              <a:t>"Businesses should not only seek legal counsel after problems arise.</a:t>
            </a:r>
            <a:r>
              <a:rPr sz="1200"/>
              <a:t>
</a:t>
            </a:r>
            <a:r>
              <a:rPr sz="1200" b="0" i="0" u="none">
                <a:solidFill>
                  <a:srgbClr val="D9D9D9"/>
                </a:solidFill>
                <a:latin typeface="Inter"/>
              </a:rPr>
              <a:t> A timely legal companion helps businesses identify risks, make better decisions, and avoid unnecessary legal costs."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512" y="4036516"/>
            <a:ext cx="1428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57637" y="4017466"/>
            <a:ext cx="11334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BD59"/>
                </a:solidFill>
                <a:latin typeface="Inter SemiBold"/>
              </a:rPr>
              <a:t>www.adlegal.vn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4487" y="4036516"/>
            <a:ext cx="1428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2612" y="4017466"/>
            <a:ext cx="13906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1200" b="0" i="0" u="none">
                <a:solidFill>
                  <a:srgbClr val="FFBD59"/>
                </a:solidFill>
                <a:latin typeface="Inter SemiBold"/>
              </a:rPr>
              <a:t>counsel@adlegal.vn</a:t>
            </a:r>
            <a:r>
              <a:rPr sz="1200" b="0" i="0" u="none">
                <a:solidFill>
                  <a:srgbClr val="FFBD59"/>
                </a:solidFill>
                <a:latin typeface="Inter SemiBold"/>
              </a:rPr>
              <a:t/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637" y="4055566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4762" y="4036516"/>
            <a:ext cx="122396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1200" b="0" i="0" u="none">
                <a:solidFill>
                  <a:srgbClr val="FFBD59"/>
                </a:solidFill>
                <a:latin typeface="Inter SemiBold"/>
              </a:rPr>
              <a:t>(+84) 969 451 906</a:t>
            </a:r>
            <a:endParaRPr sz="1200" b="0" i="0" u="none">
              <a:solidFill>
                <a:srgbClr val="FFBD59"/>
              </a:solidFill>
              <a:latin typeface="Inter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D4B0D7-50BC-C957-0494-BE270572C1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476" y="273844"/>
            <a:ext cx="2195823" cy="14522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E58344-5B9D-E67D-9AA1-3A0EFDF71F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5270" y="-108498"/>
            <a:ext cx="3561310" cy="3561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1731</Words>
  <Application>Microsoft Office PowerPoint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Inter</vt:lpstr>
      <vt:lpstr>Inter Medium</vt:lpstr>
      <vt:lpstr>Inter SemiBold</vt:lpstr>
      <vt:lpstr>Plus Jakarta Sans</vt:lpstr>
      <vt:lpstr>Plus Jakarta Sans ExtraBold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 Legal</cp:lastModifiedBy>
  <cp:revision>1</cp:revision>
  <dcterms:created xsi:type="dcterms:W3CDTF">2013-01-27T09:14:16Z</dcterms:created>
  <dcterms:modified xsi:type="dcterms:W3CDTF">2026-08-24T09:12:46Z</dcterms:modified>
  <cp:category/>
</cp:coreProperties>
</file>