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D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8F8350-C12B-47CE-81BA-780361F49039}" v="21" dt="2026-08-24T09:10:16.9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636" y="198"/>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ong Nguyen" userId="24bc2535d2960a43" providerId="LiveId" clId="{65A1C03F-7BBA-4715-9D19-595FCAA258B4}"/>
    <pc:docChg chg="undo custSel modSld">
      <pc:chgData name="Duong Nguyen" userId="24bc2535d2960a43" providerId="LiveId" clId="{65A1C03F-7BBA-4715-9D19-595FCAA258B4}" dt="2026-08-24T09:12:43.339" v="1404" actId="1076"/>
      <pc:docMkLst>
        <pc:docMk/>
      </pc:docMkLst>
      <pc:sldChg chg="addSp delSp modSp mod">
        <pc:chgData name="Duong Nguyen" userId="24bc2535d2960a43" providerId="LiveId" clId="{65A1C03F-7BBA-4715-9D19-595FCAA258B4}" dt="2026-08-12T11:51:59.504" v="1277" actId="14100"/>
        <pc:sldMkLst>
          <pc:docMk/>
          <pc:sldMk cId="0" sldId="256"/>
        </pc:sldMkLst>
        <pc:spChg chg="mod">
          <ac:chgData name="Duong Nguyen" userId="24bc2535d2960a43" providerId="LiveId" clId="{65A1C03F-7BBA-4715-9D19-595FCAA258B4}" dt="2026-08-12T07:09:06.217" v="38" actId="404"/>
          <ac:spMkLst>
            <pc:docMk/>
            <pc:sldMk cId="0" sldId="256"/>
            <ac:spMk id="5" creationId="{00000000-0000-0000-0000-000000000000}"/>
          </ac:spMkLst>
        </pc:spChg>
        <pc:spChg chg="add mod">
          <ac:chgData name="Duong Nguyen" userId="24bc2535d2960a43" providerId="LiveId" clId="{65A1C03F-7BBA-4715-9D19-595FCAA258B4}" dt="2026-08-12T07:49:43.667" v="673" actId="1076"/>
          <ac:spMkLst>
            <pc:docMk/>
            <pc:sldMk cId="0" sldId="256"/>
            <ac:spMk id="14" creationId="{D5D7319A-2AE4-85C5-9AEF-5F7ADAFE260A}"/>
          </ac:spMkLst>
        </pc:spChg>
        <pc:picChg chg="mod">
          <ac:chgData name="Duong Nguyen" userId="24bc2535d2960a43" providerId="LiveId" clId="{65A1C03F-7BBA-4715-9D19-595FCAA258B4}" dt="2026-08-12T11:51:59.504" v="1277" actId="14100"/>
          <ac:picMkLst>
            <pc:docMk/>
            <pc:sldMk cId="0" sldId="256"/>
            <ac:picMk id="2" creationId="{00000000-0000-0000-0000-000000000000}"/>
          </ac:picMkLst>
        </pc:picChg>
        <pc:picChg chg="add mod">
          <ac:chgData name="Duong Nguyen" userId="24bc2535d2960a43" providerId="LiveId" clId="{65A1C03F-7BBA-4715-9D19-595FCAA258B4}" dt="2026-08-12T07:49:51.295" v="676" actId="1076"/>
          <ac:picMkLst>
            <pc:docMk/>
            <pc:sldMk cId="0" sldId="256"/>
            <ac:picMk id="10" creationId="{64503837-2F26-8068-101A-32B35E2197AE}"/>
          </ac:picMkLst>
        </pc:picChg>
        <pc:picChg chg="add">
          <ac:chgData name="Duong Nguyen" userId="24bc2535d2960a43" providerId="LiveId" clId="{65A1C03F-7BBA-4715-9D19-595FCAA258B4}" dt="2026-08-12T07:33:50.608" v="306" actId="22"/>
          <ac:picMkLst>
            <pc:docMk/>
            <pc:sldMk cId="0" sldId="256"/>
            <ac:picMk id="12" creationId="{4378A4DD-D475-1FD8-D79B-402E36CD08AE}"/>
          </ac:picMkLst>
        </pc:picChg>
        <pc:cxnChg chg="add mod">
          <ac:chgData name="Duong Nguyen" userId="24bc2535d2960a43" providerId="LiveId" clId="{65A1C03F-7BBA-4715-9D19-595FCAA258B4}" dt="2026-08-12T07:50:39.231" v="680" actId="1582"/>
          <ac:cxnSpMkLst>
            <pc:docMk/>
            <pc:sldMk cId="0" sldId="256"/>
            <ac:cxnSpMk id="16" creationId="{03CF2DBE-FD1E-2BE1-1B19-61BBA1499E78}"/>
          </ac:cxnSpMkLst>
        </pc:cxnChg>
      </pc:sldChg>
      <pc:sldChg chg="addSp modSp mod">
        <pc:chgData name="Duong Nguyen" userId="24bc2535d2960a43" providerId="LiveId" clId="{65A1C03F-7BBA-4715-9D19-595FCAA258B4}" dt="2026-08-12T09:02:52.585" v="1148" actId="123"/>
        <pc:sldMkLst>
          <pc:docMk/>
          <pc:sldMk cId="0" sldId="257"/>
        </pc:sldMkLst>
        <pc:spChg chg="mod">
          <ac:chgData name="Duong Nguyen" userId="24bc2535d2960a43" providerId="LiveId" clId="{65A1C03F-7BBA-4715-9D19-595FCAA258B4}" dt="2026-08-12T07:26:20.216" v="253" actId="1076"/>
          <ac:spMkLst>
            <pc:docMk/>
            <pc:sldMk cId="0" sldId="257"/>
            <ac:spMk id="7" creationId="{00000000-0000-0000-0000-000000000000}"/>
          </ac:spMkLst>
        </pc:spChg>
        <pc:spChg chg="mod">
          <ac:chgData name="Duong Nguyen" userId="24bc2535d2960a43" providerId="LiveId" clId="{65A1C03F-7BBA-4715-9D19-595FCAA258B4}" dt="2026-08-12T09:02:39.616" v="1145" actId="123"/>
          <ac:spMkLst>
            <pc:docMk/>
            <pc:sldMk cId="0" sldId="257"/>
            <ac:spMk id="10" creationId="{00000000-0000-0000-0000-000000000000}"/>
          </ac:spMkLst>
        </pc:spChg>
        <pc:spChg chg="mod">
          <ac:chgData name="Duong Nguyen" userId="24bc2535d2960a43" providerId="LiveId" clId="{65A1C03F-7BBA-4715-9D19-595FCAA258B4}" dt="2026-08-12T09:02:42.005" v="1146" actId="123"/>
          <ac:spMkLst>
            <pc:docMk/>
            <pc:sldMk cId="0" sldId="257"/>
            <ac:spMk id="12" creationId="{00000000-0000-0000-0000-000000000000}"/>
          </ac:spMkLst>
        </pc:spChg>
        <pc:spChg chg="mod">
          <ac:chgData name="Duong Nguyen" userId="24bc2535d2960a43" providerId="LiveId" clId="{65A1C03F-7BBA-4715-9D19-595FCAA258B4}" dt="2026-08-12T09:02:44.835" v="1147" actId="123"/>
          <ac:spMkLst>
            <pc:docMk/>
            <pc:sldMk cId="0" sldId="257"/>
            <ac:spMk id="14" creationId="{00000000-0000-0000-0000-000000000000}"/>
          </ac:spMkLst>
        </pc:spChg>
        <pc:spChg chg="mod">
          <ac:chgData name="Duong Nguyen" userId="24bc2535d2960a43" providerId="LiveId" clId="{65A1C03F-7BBA-4715-9D19-595FCAA258B4}" dt="2026-08-12T09:02:44.835" v="1147" actId="123"/>
          <ac:spMkLst>
            <pc:docMk/>
            <pc:sldMk cId="0" sldId="257"/>
            <ac:spMk id="16" creationId="{00000000-0000-0000-0000-000000000000}"/>
          </ac:spMkLst>
        </pc:spChg>
        <pc:spChg chg="mod">
          <ac:chgData name="Duong Nguyen" userId="24bc2535d2960a43" providerId="LiveId" clId="{65A1C03F-7BBA-4715-9D19-595FCAA258B4}" dt="2026-08-12T09:02:52.585" v="1148" actId="123"/>
          <ac:spMkLst>
            <pc:docMk/>
            <pc:sldMk cId="0" sldId="257"/>
            <ac:spMk id="18" creationId="{00000000-0000-0000-0000-000000000000}"/>
          </ac:spMkLst>
        </pc:spChg>
        <pc:picChg chg="add mod ord">
          <ac:chgData name="Duong Nguyen" userId="24bc2535d2960a43" providerId="LiveId" clId="{65A1C03F-7BBA-4715-9D19-595FCAA258B4}" dt="2026-08-12T07:26:17.102" v="252" actId="1076"/>
          <ac:picMkLst>
            <pc:docMk/>
            <pc:sldMk cId="0" sldId="257"/>
            <ac:picMk id="24" creationId="{D075195F-71E7-CB4F-52F5-EE3709D7A0F2}"/>
          </ac:picMkLst>
        </pc:picChg>
        <pc:picChg chg="add mod">
          <ac:chgData name="Duong Nguyen" userId="24bc2535d2960a43" providerId="LiveId" clId="{65A1C03F-7BBA-4715-9D19-595FCAA258B4}" dt="2026-08-12T07:31:30.784" v="291" actId="1076"/>
          <ac:picMkLst>
            <pc:docMk/>
            <pc:sldMk cId="0" sldId="257"/>
            <ac:picMk id="26" creationId="{3DA5609D-1B50-3ABC-2E27-CA875233791E}"/>
          </ac:picMkLst>
        </pc:picChg>
      </pc:sldChg>
      <pc:sldChg chg="addSp modSp mod">
        <pc:chgData name="Duong Nguyen" userId="24bc2535d2960a43" providerId="LiveId" clId="{65A1C03F-7BBA-4715-9D19-595FCAA258B4}" dt="2026-08-24T09:12:43.339" v="1404" actId="1076"/>
        <pc:sldMkLst>
          <pc:docMk/>
          <pc:sldMk cId="0" sldId="258"/>
        </pc:sldMkLst>
        <pc:spChg chg="mod">
          <ac:chgData name="Duong Nguyen" userId="24bc2535d2960a43" providerId="LiveId" clId="{65A1C03F-7BBA-4715-9D19-595FCAA258B4}" dt="2026-08-12T07:26:43.766" v="255" actId="1076"/>
          <ac:spMkLst>
            <pc:docMk/>
            <pc:sldMk cId="0" sldId="258"/>
            <ac:spMk id="6" creationId="{00000000-0000-0000-0000-000000000000}"/>
          </ac:spMkLst>
        </pc:spChg>
        <pc:spChg chg="mod">
          <ac:chgData name="Duong Nguyen" userId="24bc2535d2960a43" providerId="LiveId" clId="{65A1C03F-7BBA-4715-9D19-595FCAA258B4}" dt="2026-08-24T09:12:43.339" v="1404" actId="1076"/>
          <ac:spMkLst>
            <pc:docMk/>
            <pc:sldMk cId="0" sldId="258"/>
            <ac:spMk id="8" creationId="{00000000-0000-0000-0000-000000000000}"/>
          </ac:spMkLst>
        </pc:spChg>
        <pc:spChg chg="mod">
          <ac:chgData name="Duong Nguyen" userId="24bc2535d2960a43" providerId="LiveId" clId="{65A1C03F-7BBA-4715-9D19-595FCAA258B4}" dt="2026-08-12T07:11:34.517" v="137" actId="403"/>
          <ac:spMkLst>
            <pc:docMk/>
            <pc:sldMk cId="0" sldId="258"/>
            <ac:spMk id="11" creationId="{00000000-0000-0000-0000-000000000000}"/>
          </ac:spMkLst>
        </pc:spChg>
        <pc:spChg chg="mod">
          <ac:chgData name="Duong Nguyen" userId="24bc2535d2960a43" providerId="LiveId" clId="{65A1C03F-7BBA-4715-9D19-595FCAA258B4}" dt="2026-08-12T07:11:37.321" v="139" actId="403"/>
          <ac:spMkLst>
            <pc:docMk/>
            <pc:sldMk cId="0" sldId="258"/>
            <ac:spMk id="14" creationId="{00000000-0000-0000-0000-000000000000}"/>
          </ac:spMkLst>
        </pc:spChg>
        <pc:spChg chg="mod">
          <ac:chgData name="Duong Nguyen" userId="24bc2535d2960a43" providerId="LiveId" clId="{65A1C03F-7BBA-4715-9D19-595FCAA258B4}" dt="2026-08-12T07:11:39.894" v="141" actId="403"/>
          <ac:spMkLst>
            <pc:docMk/>
            <pc:sldMk cId="0" sldId="258"/>
            <ac:spMk id="17" creationId="{00000000-0000-0000-0000-000000000000}"/>
          </ac:spMkLst>
        </pc:spChg>
        <pc:picChg chg="add">
          <ac:chgData name="Duong Nguyen" userId="24bc2535d2960a43" providerId="LiveId" clId="{65A1C03F-7BBA-4715-9D19-595FCAA258B4}" dt="2026-08-12T07:26:39.302" v="254" actId="22"/>
          <ac:picMkLst>
            <pc:docMk/>
            <pc:sldMk cId="0" sldId="258"/>
            <ac:picMk id="22" creationId="{609D3AD6-C7FD-1DD3-FBD6-570AC719C0EA}"/>
          </ac:picMkLst>
        </pc:picChg>
        <pc:picChg chg="add">
          <ac:chgData name="Duong Nguyen" userId="24bc2535d2960a43" providerId="LiveId" clId="{65A1C03F-7BBA-4715-9D19-595FCAA258B4}" dt="2026-08-12T07:32:26.789" v="292" actId="22"/>
          <ac:picMkLst>
            <pc:docMk/>
            <pc:sldMk cId="0" sldId="258"/>
            <ac:picMk id="24" creationId="{7E6F48E4-D88D-C349-9B91-209D39398BED}"/>
          </ac:picMkLst>
        </pc:picChg>
      </pc:sldChg>
      <pc:sldChg chg="addSp modSp mod">
        <pc:chgData name="Duong Nguyen" userId="24bc2535d2960a43" providerId="LiveId" clId="{65A1C03F-7BBA-4715-9D19-595FCAA258B4}" dt="2026-08-12T07:32:42.667" v="294" actId="14100"/>
        <pc:sldMkLst>
          <pc:docMk/>
          <pc:sldMk cId="0" sldId="259"/>
        </pc:sldMkLst>
        <pc:spChg chg="mod">
          <ac:chgData name="Duong Nguyen" userId="24bc2535d2960a43" providerId="LiveId" clId="{65A1C03F-7BBA-4715-9D19-595FCAA258B4}" dt="2026-08-12T07:26:54.131" v="258" actId="1076"/>
          <ac:spMkLst>
            <pc:docMk/>
            <pc:sldMk cId="0" sldId="259"/>
            <ac:spMk id="7" creationId="{00000000-0000-0000-0000-000000000000}"/>
          </ac:spMkLst>
        </pc:spChg>
        <pc:spChg chg="mod">
          <ac:chgData name="Duong Nguyen" userId="24bc2535d2960a43" providerId="LiveId" clId="{65A1C03F-7BBA-4715-9D19-595FCAA258B4}" dt="2026-08-12T07:12:39.692" v="156" actId="404"/>
          <ac:spMkLst>
            <pc:docMk/>
            <pc:sldMk cId="0" sldId="259"/>
            <ac:spMk id="10" creationId="{00000000-0000-0000-0000-000000000000}"/>
          </ac:spMkLst>
        </pc:spChg>
        <pc:spChg chg="mod">
          <ac:chgData name="Duong Nguyen" userId="24bc2535d2960a43" providerId="LiveId" clId="{65A1C03F-7BBA-4715-9D19-595FCAA258B4}" dt="2026-08-12T07:14:08.785" v="206" actId="2711"/>
          <ac:spMkLst>
            <pc:docMk/>
            <pc:sldMk cId="0" sldId="259"/>
            <ac:spMk id="11" creationId="{00000000-0000-0000-0000-000000000000}"/>
          </ac:spMkLst>
        </pc:spChg>
        <pc:spChg chg="mod">
          <ac:chgData name="Duong Nguyen" userId="24bc2535d2960a43" providerId="LiveId" clId="{65A1C03F-7BBA-4715-9D19-595FCAA258B4}" dt="2026-08-12T07:12:51.998" v="163" actId="403"/>
          <ac:spMkLst>
            <pc:docMk/>
            <pc:sldMk cId="0" sldId="259"/>
            <ac:spMk id="12" creationId="{00000000-0000-0000-0000-000000000000}"/>
          </ac:spMkLst>
        </pc:spChg>
        <pc:spChg chg="mod">
          <ac:chgData name="Duong Nguyen" userId="24bc2535d2960a43" providerId="LiveId" clId="{65A1C03F-7BBA-4715-9D19-595FCAA258B4}" dt="2026-08-12T07:12:56.012" v="166" actId="403"/>
          <ac:spMkLst>
            <pc:docMk/>
            <pc:sldMk cId="0" sldId="259"/>
            <ac:spMk id="13" creationId="{00000000-0000-0000-0000-000000000000}"/>
          </ac:spMkLst>
        </pc:spChg>
        <pc:spChg chg="mod">
          <ac:chgData name="Duong Nguyen" userId="24bc2535d2960a43" providerId="LiveId" clId="{65A1C03F-7BBA-4715-9D19-595FCAA258B4}" dt="2026-08-12T07:12:58.658" v="169" actId="403"/>
          <ac:spMkLst>
            <pc:docMk/>
            <pc:sldMk cId="0" sldId="259"/>
            <ac:spMk id="14" creationId="{00000000-0000-0000-0000-000000000000}"/>
          </ac:spMkLst>
        </pc:spChg>
        <pc:spChg chg="mod">
          <ac:chgData name="Duong Nguyen" userId="24bc2535d2960a43" providerId="LiveId" clId="{65A1C03F-7BBA-4715-9D19-595FCAA258B4}" dt="2026-08-12T07:12:42.384" v="157" actId="404"/>
          <ac:spMkLst>
            <pc:docMk/>
            <pc:sldMk cId="0" sldId="259"/>
            <ac:spMk id="16" creationId="{00000000-0000-0000-0000-000000000000}"/>
          </ac:spMkLst>
        </pc:spChg>
        <pc:spChg chg="mod">
          <ac:chgData name="Duong Nguyen" userId="24bc2535d2960a43" providerId="LiveId" clId="{65A1C03F-7BBA-4715-9D19-595FCAA258B4}" dt="2026-08-12T07:13:07.029" v="172" actId="403"/>
          <ac:spMkLst>
            <pc:docMk/>
            <pc:sldMk cId="0" sldId="259"/>
            <ac:spMk id="17" creationId="{00000000-0000-0000-0000-000000000000}"/>
          </ac:spMkLst>
        </pc:spChg>
        <pc:spChg chg="mod">
          <ac:chgData name="Duong Nguyen" userId="24bc2535d2960a43" providerId="LiveId" clId="{65A1C03F-7BBA-4715-9D19-595FCAA258B4}" dt="2026-08-12T07:13:09.429" v="175" actId="403"/>
          <ac:spMkLst>
            <pc:docMk/>
            <pc:sldMk cId="0" sldId="259"/>
            <ac:spMk id="18" creationId="{00000000-0000-0000-0000-000000000000}"/>
          </ac:spMkLst>
        </pc:spChg>
        <pc:spChg chg="mod">
          <ac:chgData name="Duong Nguyen" userId="24bc2535d2960a43" providerId="LiveId" clId="{65A1C03F-7BBA-4715-9D19-595FCAA258B4}" dt="2026-08-12T07:13:13.533" v="178" actId="403"/>
          <ac:spMkLst>
            <pc:docMk/>
            <pc:sldMk cId="0" sldId="259"/>
            <ac:spMk id="19" creationId="{00000000-0000-0000-0000-000000000000}"/>
          </ac:spMkLst>
        </pc:spChg>
        <pc:spChg chg="mod">
          <ac:chgData name="Duong Nguyen" userId="24bc2535d2960a43" providerId="LiveId" clId="{65A1C03F-7BBA-4715-9D19-595FCAA258B4}" dt="2026-08-12T07:13:16.914" v="181" actId="403"/>
          <ac:spMkLst>
            <pc:docMk/>
            <pc:sldMk cId="0" sldId="259"/>
            <ac:spMk id="20" creationId="{00000000-0000-0000-0000-000000000000}"/>
          </ac:spMkLst>
        </pc:spChg>
        <pc:spChg chg="mod">
          <ac:chgData name="Duong Nguyen" userId="24bc2535d2960a43" providerId="LiveId" clId="{65A1C03F-7BBA-4715-9D19-595FCAA258B4}" dt="2026-08-12T07:12:37.328" v="155" actId="404"/>
          <ac:spMkLst>
            <pc:docMk/>
            <pc:sldMk cId="0" sldId="259"/>
            <ac:spMk id="22" creationId="{00000000-0000-0000-0000-000000000000}"/>
          </ac:spMkLst>
        </pc:spChg>
        <pc:spChg chg="mod">
          <ac:chgData name="Duong Nguyen" userId="24bc2535d2960a43" providerId="LiveId" clId="{65A1C03F-7BBA-4715-9D19-595FCAA258B4}" dt="2026-08-12T07:13:20.560" v="184" actId="403"/>
          <ac:spMkLst>
            <pc:docMk/>
            <pc:sldMk cId="0" sldId="259"/>
            <ac:spMk id="23" creationId="{00000000-0000-0000-0000-000000000000}"/>
          </ac:spMkLst>
        </pc:spChg>
        <pc:spChg chg="mod">
          <ac:chgData name="Duong Nguyen" userId="24bc2535d2960a43" providerId="LiveId" clId="{65A1C03F-7BBA-4715-9D19-595FCAA258B4}" dt="2026-08-12T07:13:23.948" v="187" actId="403"/>
          <ac:spMkLst>
            <pc:docMk/>
            <pc:sldMk cId="0" sldId="259"/>
            <ac:spMk id="24" creationId="{00000000-0000-0000-0000-000000000000}"/>
          </ac:spMkLst>
        </pc:spChg>
        <pc:spChg chg="mod">
          <ac:chgData name="Duong Nguyen" userId="24bc2535d2960a43" providerId="LiveId" clId="{65A1C03F-7BBA-4715-9D19-595FCAA258B4}" dt="2026-08-12T07:13:26.845" v="190" actId="403"/>
          <ac:spMkLst>
            <pc:docMk/>
            <pc:sldMk cId="0" sldId="259"/>
            <ac:spMk id="25" creationId="{00000000-0000-0000-0000-000000000000}"/>
          </ac:spMkLst>
        </pc:spChg>
        <pc:spChg chg="mod">
          <ac:chgData name="Duong Nguyen" userId="24bc2535d2960a43" providerId="LiveId" clId="{65A1C03F-7BBA-4715-9D19-595FCAA258B4}" dt="2026-08-12T07:13:29.919" v="193" actId="403"/>
          <ac:spMkLst>
            <pc:docMk/>
            <pc:sldMk cId="0" sldId="259"/>
            <ac:spMk id="26" creationId="{00000000-0000-0000-0000-000000000000}"/>
          </ac:spMkLst>
        </pc:spChg>
        <pc:spChg chg="mod">
          <ac:chgData name="Duong Nguyen" userId="24bc2535d2960a43" providerId="LiveId" clId="{65A1C03F-7BBA-4715-9D19-595FCAA258B4}" dt="2026-08-12T07:12:33.607" v="154" actId="14100"/>
          <ac:spMkLst>
            <pc:docMk/>
            <pc:sldMk cId="0" sldId="259"/>
            <ac:spMk id="28" creationId="{00000000-0000-0000-0000-000000000000}"/>
          </ac:spMkLst>
        </pc:spChg>
        <pc:spChg chg="mod">
          <ac:chgData name="Duong Nguyen" userId="24bc2535d2960a43" providerId="LiveId" clId="{65A1C03F-7BBA-4715-9D19-595FCAA258B4}" dt="2026-08-12T07:13:33.585" v="196" actId="403"/>
          <ac:spMkLst>
            <pc:docMk/>
            <pc:sldMk cId="0" sldId="259"/>
            <ac:spMk id="29" creationId="{00000000-0000-0000-0000-000000000000}"/>
          </ac:spMkLst>
        </pc:spChg>
        <pc:spChg chg="mod">
          <ac:chgData name="Duong Nguyen" userId="24bc2535d2960a43" providerId="LiveId" clId="{65A1C03F-7BBA-4715-9D19-595FCAA258B4}" dt="2026-08-12T07:13:36.774" v="199" actId="403"/>
          <ac:spMkLst>
            <pc:docMk/>
            <pc:sldMk cId="0" sldId="259"/>
            <ac:spMk id="30" creationId="{00000000-0000-0000-0000-000000000000}"/>
          </ac:spMkLst>
        </pc:spChg>
        <pc:spChg chg="mod">
          <ac:chgData name="Duong Nguyen" userId="24bc2535d2960a43" providerId="LiveId" clId="{65A1C03F-7BBA-4715-9D19-595FCAA258B4}" dt="2026-08-12T07:13:41.380" v="204" actId="404"/>
          <ac:spMkLst>
            <pc:docMk/>
            <pc:sldMk cId="0" sldId="259"/>
            <ac:spMk id="31" creationId="{00000000-0000-0000-0000-000000000000}"/>
          </ac:spMkLst>
        </pc:spChg>
        <pc:spChg chg="mod">
          <ac:chgData name="Duong Nguyen" userId="24bc2535d2960a43" providerId="LiveId" clId="{65A1C03F-7BBA-4715-9D19-595FCAA258B4}" dt="2026-08-12T07:13:45.258" v="205" actId="255"/>
          <ac:spMkLst>
            <pc:docMk/>
            <pc:sldMk cId="0" sldId="259"/>
            <ac:spMk id="32" creationId="{00000000-0000-0000-0000-000000000000}"/>
          </ac:spMkLst>
        </pc:spChg>
        <pc:picChg chg="add">
          <ac:chgData name="Duong Nguyen" userId="24bc2535d2960a43" providerId="LiveId" clId="{65A1C03F-7BBA-4715-9D19-595FCAA258B4}" dt="2026-08-12T07:26:50.725" v="257" actId="22"/>
          <ac:picMkLst>
            <pc:docMk/>
            <pc:sldMk cId="0" sldId="259"/>
            <ac:picMk id="54" creationId="{46D74390-CE95-C73B-E937-CAE1CED7EA1E}"/>
          </ac:picMkLst>
        </pc:picChg>
        <pc:picChg chg="add mod">
          <ac:chgData name="Duong Nguyen" userId="24bc2535d2960a43" providerId="LiveId" clId="{65A1C03F-7BBA-4715-9D19-595FCAA258B4}" dt="2026-08-12T07:32:42.667" v="294" actId="14100"/>
          <ac:picMkLst>
            <pc:docMk/>
            <pc:sldMk cId="0" sldId="259"/>
            <ac:picMk id="56" creationId="{701D15B3-FEF3-62A3-80E0-20B11152C800}"/>
          </ac:picMkLst>
        </pc:picChg>
      </pc:sldChg>
      <pc:sldChg chg="addSp modSp mod">
        <pc:chgData name="Duong Nguyen" userId="24bc2535d2960a43" providerId="LiveId" clId="{65A1C03F-7BBA-4715-9D19-595FCAA258B4}" dt="2026-08-12T07:32:45.935" v="296" actId="22"/>
        <pc:sldMkLst>
          <pc:docMk/>
          <pc:sldMk cId="0" sldId="260"/>
        </pc:sldMkLst>
        <pc:spChg chg="mod">
          <ac:chgData name="Duong Nguyen" userId="24bc2535d2960a43" providerId="LiveId" clId="{65A1C03F-7BBA-4715-9D19-595FCAA258B4}" dt="2026-08-12T07:32:45.687" v="295" actId="1076"/>
          <ac:spMkLst>
            <pc:docMk/>
            <pc:sldMk cId="0" sldId="260"/>
            <ac:spMk id="6" creationId="{00000000-0000-0000-0000-000000000000}"/>
          </ac:spMkLst>
        </pc:spChg>
        <pc:spChg chg="mod">
          <ac:chgData name="Duong Nguyen" userId="24bc2535d2960a43" providerId="LiveId" clId="{65A1C03F-7BBA-4715-9D19-595FCAA258B4}" dt="2026-08-12T07:16:36.036" v="221" actId="1076"/>
          <ac:spMkLst>
            <pc:docMk/>
            <pc:sldMk cId="0" sldId="260"/>
            <ac:spMk id="9" creationId="{00000000-0000-0000-0000-000000000000}"/>
          </ac:spMkLst>
        </pc:spChg>
        <pc:spChg chg="mod">
          <ac:chgData name="Duong Nguyen" userId="24bc2535d2960a43" providerId="LiveId" clId="{65A1C03F-7BBA-4715-9D19-595FCAA258B4}" dt="2026-08-12T07:16:36.036" v="221" actId="1076"/>
          <ac:spMkLst>
            <pc:docMk/>
            <pc:sldMk cId="0" sldId="260"/>
            <ac:spMk id="10" creationId="{00000000-0000-0000-0000-000000000000}"/>
          </ac:spMkLst>
        </pc:spChg>
        <pc:spChg chg="mod">
          <ac:chgData name="Duong Nguyen" userId="24bc2535d2960a43" providerId="LiveId" clId="{65A1C03F-7BBA-4715-9D19-595FCAA258B4}" dt="2026-08-12T07:16:31.645" v="220" actId="403"/>
          <ac:spMkLst>
            <pc:docMk/>
            <pc:sldMk cId="0" sldId="260"/>
            <ac:spMk id="11" creationId="{00000000-0000-0000-0000-000000000000}"/>
          </ac:spMkLst>
        </pc:spChg>
        <pc:spChg chg="mod">
          <ac:chgData name="Duong Nguyen" userId="24bc2535d2960a43" providerId="LiveId" clId="{65A1C03F-7BBA-4715-9D19-595FCAA258B4}" dt="2026-08-12T07:16:42.769" v="224" actId="403"/>
          <ac:spMkLst>
            <pc:docMk/>
            <pc:sldMk cId="0" sldId="260"/>
            <ac:spMk id="12" creationId="{00000000-0000-0000-0000-000000000000}"/>
          </ac:spMkLst>
        </pc:spChg>
        <pc:spChg chg="mod">
          <ac:chgData name="Duong Nguyen" userId="24bc2535d2960a43" providerId="LiveId" clId="{65A1C03F-7BBA-4715-9D19-595FCAA258B4}" dt="2026-08-12T07:16:47.883" v="227" actId="403"/>
          <ac:spMkLst>
            <pc:docMk/>
            <pc:sldMk cId="0" sldId="260"/>
            <ac:spMk id="13" creationId="{00000000-0000-0000-0000-000000000000}"/>
          </ac:spMkLst>
        </pc:spChg>
        <pc:spChg chg="mod">
          <ac:chgData name="Duong Nguyen" userId="24bc2535d2960a43" providerId="LiveId" clId="{65A1C03F-7BBA-4715-9D19-595FCAA258B4}" dt="2026-08-12T07:16:36.036" v="221" actId="1076"/>
          <ac:spMkLst>
            <pc:docMk/>
            <pc:sldMk cId="0" sldId="260"/>
            <ac:spMk id="15" creationId="{00000000-0000-0000-0000-000000000000}"/>
          </ac:spMkLst>
        </pc:spChg>
        <pc:spChg chg="mod">
          <ac:chgData name="Duong Nguyen" userId="24bc2535d2960a43" providerId="LiveId" clId="{65A1C03F-7BBA-4715-9D19-595FCAA258B4}" dt="2026-08-12T07:16:51.971" v="230" actId="403"/>
          <ac:spMkLst>
            <pc:docMk/>
            <pc:sldMk cId="0" sldId="260"/>
            <ac:spMk id="16" creationId="{00000000-0000-0000-0000-000000000000}"/>
          </ac:spMkLst>
        </pc:spChg>
        <pc:spChg chg="mod">
          <ac:chgData name="Duong Nguyen" userId="24bc2535d2960a43" providerId="LiveId" clId="{65A1C03F-7BBA-4715-9D19-595FCAA258B4}" dt="2026-08-12T07:16:54.949" v="233" actId="403"/>
          <ac:spMkLst>
            <pc:docMk/>
            <pc:sldMk cId="0" sldId="260"/>
            <ac:spMk id="17" creationId="{00000000-0000-0000-0000-000000000000}"/>
          </ac:spMkLst>
        </pc:spChg>
        <pc:spChg chg="mod">
          <ac:chgData name="Duong Nguyen" userId="24bc2535d2960a43" providerId="LiveId" clId="{65A1C03F-7BBA-4715-9D19-595FCAA258B4}" dt="2026-08-12T07:16:57.934" v="236" actId="403"/>
          <ac:spMkLst>
            <pc:docMk/>
            <pc:sldMk cId="0" sldId="260"/>
            <ac:spMk id="18" creationId="{00000000-0000-0000-0000-000000000000}"/>
          </ac:spMkLst>
        </pc:spChg>
        <pc:spChg chg="mod">
          <ac:chgData name="Duong Nguyen" userId="24bc2535d2960a43" providerId="LiveId" clId="{65A1C03F-7BBA-4715-9D19-595FCAA258B4}" dt="2026-08-12T07:17:01.031" v="239" actId="403"/>
          <ac:spMkLst>
            <pc:docMk/>
            <pc:sldMk cId="0" sldId="260"/>
            <ac:spMk id="19" creationId="{00000000-0000-0000-0000-000000000000}"/>
          </ac:spMkLst>
        </pc:spChg>
        <pc:spChg chg="mod">
          <ac:chgData name="Duong Nguyen" userId="24bc2535d2960a43" providerId="LiveId" clId="{65A1C03F-7BBA-4715-9D19-595FCAA258B4}" dt="2026-08-12T07:16:23.379" v="214" actId="14100"/>
          <ac:spMkLst>
            <pc:docMk/>
            <pc:sldMk cId="0" sldId="260"/>
            <ac:spMk id="21" creationId="{00000000-0000-0000-0000-000000000000}"/>
          </ac:spMkLst>
        </pc:spChg>
        <pc:spChg chg="mod">
          <ac:chgData name="Duong Nguyen" userId="24bc2535d2960a43" providerId="LiveId" clId="{65A1C03F-7BBA-4715-9D19-595FCAA258B4}" dt="2026-08-12T07:24:01.593" v="240" actId="255"/>
          <ac:spMkLst>
            <pc:docMk/>
            <pc:sldMk cId="0" sldId="260"/>
            <ac:spMk id="22" creationId="{00000000-0000-0000-0000-000000000000}"/>
          </ac:spMkLst>
        </pc:spChg>
        <pc:spChg chg="mod">
          <ac:chgData name="Duong Nguyen" userId="24bc2535d2960a43" providerId="LiveId" clId="{65A1C03F-7BBA-4715-9D19-595FCAA258B4}" dt="2026-08-12T07:24:01.593" v="240" actId="255"/>
          <ac:spMkLst>
            <pc:docMk/>
            <pc:sldMk cId="0" sldId="260"/>
            <ac:spMk id="23" creationId="{00000000-0000-0000-0000-000000000000}"/>
          </ac:spMkLst>
        </pc:spChg>
        <pc:spChg chg="mod">
          <ac:chgData name="Duong Nguyen" userId="24bc2535d2960a43" providerId="LiveId" clId="{65A1C03F-7BBA-4715-9D19-595FCAA258B4}" dt="2026-08-12T07:24:01.593" v="240" actId="255"/>
          <ac:spMkLst>
            <pc:docMk/>
            <pc:sldMk cId="0" sldId="260"/>
            <ac:spMk id="24" creationId="{00000000-0000-0000-0000-000000000000}"/>
          </ac:spMkLst>
        </pc:spChg>
        <pc:spChg chg="mod">
          <ac:chgData name="Duong Nguyen" userId="24bc2535d2960a43" providerId="LiveId" clId="{65A1C03F-7BBA-4715-9D19-595FCAA258B4}" dt="2026-08-12T07:24:01.593" v="240" actId="255"/>
          <ac:spMkLst>
            <pc:docMk/>
            <pc:sldMk cId="0" sldId="260"/>
            <ac:spMk id="25" creationId="{00000000-0000-0000-0000-000000000000}"/>
          </ac:spMkLst>
        </pc:spChg>
        <pc:spChg chg="mod">
          <ac:chgData name="Duong Nguyen" userId="24bc2535d2960a43" providerId="LiveId" clId="{65A1C03F-7BBA-4715-9D19-595FCAA258B4}" dt="2026-08-12T07:16:36.036" v="221" actId="1076"/>
          <ac:spMkLst>
            <pc:docMk/>
            <pc:sldMk cId="0" sldId="260"/>
            <ac:spMk id="28" creationId="{00000000-0000-0000-0000-000000000000}"/>
          </ac:spMkLst>
        </pc:spChg>
        <pc:spChg chg="mod">
          <ac:chgData name="Duong Nguyen" userId="24bc2535d2960a43" providerId="LiveId" clId="{65A1C03F-7BBA-4715-9D19-595FCAA258B4}" dt="2026-08-12T07:16:36.036" v="221" actId="1076"/>
          <ac:spMkLst>
            <pc:docMk/>
            <pc:sldMk cId="0" sldId="260"/>
            <ac:spMk id="30" creationId="{00000000-0000-0000-0000-000000000000}"/>
          </ac:spMkLst>
        </pc:spChg>
        <pc:spChg chg="mod">
          <ac:chgData name="Duong Nguyen" userId="24bc2535d2960a43" providerId="LiveId" clId="{65A1C03F-7BBA-4715-9D19-595FCAA258B4}" dt="2026-08-12T07:16:36.036" v="221" actId="1076"/>
          <ac:spMkLst>
            <pc:docMk/>
            <pc:sldMk cId="0" sldId="260"/>
            <ac:spMk id="32" creationId="{00000000-0000-0000-0000-000000000000}"/>
          </ac:spMkLst>
        </pc:spChg>
        <pc:picChg chg="add">
          <ac:chgData name="Duong Nguyen" userId="24bc2535d2960a43" providerId="LiveId" clId="{65A1C03F-7BBA-4715-9D19-595FCAA258B4}" dt="2026-08-12T07:26:57.913" v="259" actId="22"/>
          <ac:picMkLst>
            <pc:docMk/>
            <pc:sldMk cId="0" sldId="260"/>
            <ac:picMk id="42" creationId="{CCAEA761-A74F-098A-78E7-7CA0C6CE0010}"/>
          </ac:picMkLst>
        </pc:picChg>
        <pc:picChg chg="add">
          <ac:chgData name="Duong Nguyen" userId="24bc2535d2960a43" providerId="LiveId" clId="{65A1C03F-7BBA-4715-9D19-595FCAA258B4}" dt="2026-08-12T07:32:45.935" v="296" actId="22"/>
          <ac:picMkLst>
            <pc:docMk/>
            <pc:sldMk cId="0" sldId="260"/>
            <ac:picMk id="44" creationId="{BE6DC21C-ACFD-7D34-73E6-E24ECFFDAEAA}"/>
          </ac:picMkLst>
        </pc:picChg>
      </pc:sldChg>
      <pc:sldChg chg="addSp delSp modSp mod">
        <pc:chgData name="Duong Nguyen" userId="24bc2535d2960a43" providerId="LiveId" clId="{65A1C03F-7BBA-4715-9D19-595FCAA258B4}" dt="2026-08-12T07:32:48.932" v="297" actId="22"/>
        <pc:sldMkLst>
          <pc:docMk/>
          <pc:sldMk cId="0" sldId="261"/>
        </pc:sldMkLst>
        <pc:spChg chg="mod">
          <ac:chgData name="Duong Nguyen" userId="24bc2535d2960a43" providerId="LiveId" clId="{65A1C03F-7BBA-4715-9D19-595FCAA258B4}" dt="2026-08-12T07:27:10.569" v="262" actId="1076"/>
          <ac:spMkLst>
            <pc:docMk/>
            <pc:sldMk cId="0" sldId="261"/>
            <ac:spMk id="9" creationId="{00000000-0000-0000-0000-000000000000}"/>
          </ac:spMkLst>
        </pc:spChg>
        <pc:spChg chg="mod">
          <ac:chgData name="Duong Nguyen" userId="24bc2535d2960a43" providerId="LiveId" clId="{65A1C03F-7BBA-4715-9D19-595FCAA258B4}" dt="2026-08-12T07:27:21.983" v="263" actId="255"/>
          <ac:spMkLst>
            <pc:docMk/>
            <pc:sldMk cId="0" sldId="261"/>
            <ac:spMk id="18" creationId="{00000000-0000-0000-0000-000000000000}"/>
          </ac:spMkLst>
        </pc:spChg>
        <pc:spChg chg="mod">
          <ac:chgData name="Duong Nguyen" userId="24bc2535d2960a43" providerId="LiveId" clId="{65A1C03F-7BBA-4715-9D19-595FCAA258B4}" dt="2026-08-12T07:27:54.150" v="268" actId="123"/>
          <ac:spMkLst>
            <pc:docMk/>
            <pc:sldMk cId="0" sldId="261"/>
            <ac:spMk id="19" creationId="{00000000-0000-0000-0000-000000000000}"/>
          </ac:spMkLst>
        </pc:spChg>
        <pc:spChg chg="mod">
          <ac:chgData name="Duong Nguyen" userId="24bc2535d2960a43" providerId="LiveId" clId="{65A1C03F-7BBA-4715-9D19-595FCAA258B4}" dt="2026-08-12T07:27:40.095" v="265" actId="255"/>
          <ac:spMkLst>
            <pc:docMk/>
            <pc:sldMk cId="0" sldId="261"/>
            <ac:spMk id="21" creationId="{00000000-0000-0000-0000-000000000000}"/>
          </ac:spMkLst>
        </pc:spChg>
        <pc:spChg chg="mod">
          <ac:chgData name="Duong Nguyen" userId="24bc2535d2960a43" providerId="LiveId" clId="{65A1C03F-7BBA-4715-9D19-595FCAA258B4}" dt="2026-08-12T07:27:50.670" v="267" actId="123"/>
          <ac:spMkLst>
            <pc:docMk/>
            <pc:sldMk cId="0" sldId="261"/>
            <ac:spMk id="22" creationId="{00000000-0000-0000-0000-000000000000}"/>
          </ac:spMkLst>
        </pc:spChg>
        <pc:spChg chg="mod">
          <ac:chgData name="Duong Nguyen" userId="24bc2535d2960a43" providerId="LiveId" clId="{65A1C03F-7BBA-4715-9D19-595FCAA258B4}" dt="2026-08-12T07:27:59.080" v="269" actId="255"/>
          <ac:spMkLst>
            <pc:docMk/>
            <pc:sldMk cId="0" sldId="261"/>
            <ac:spMk id="24" creationId="{00000000-0000-0000-0000-000000000000}"/>
          </ac:spMkLst>
        </pc:spChg>
        <pc:spChg chg="mod">
          <ac:chgData name="Duong Nguyen" userId="24bc2535d2960a43" providerId="LiveId" clId="{65A1C03F-7BBA-4715-9D19-595FCAA258B4}" dt="2026-08-12T07:28:02.765" v="270" actId="255"/>
          <ac:spMkLst>
            <pc:docMk/>
            <pc:sldMk cId="0" sldId="261"/>
            <ac:spMk id="25" creationId="{00000000-0000-0000-0000-000000000000}"/>
          </ac:spMkLst>
        </pc:spChg>
        <pc:spChg chg="mod">
          <ac:chgData name="Duong Nguyen" userId="24bc2535d2960a43" providerId="LiveId" clId="{65A1C03F-7BBA-4715-9D19-595FCAA258B4}" dt="2026-08-12T07:28:09.753" v="271" actId="255"/>
          <ac:spMkLst>
            <pc:docMk/>
            <pc:sldMk cId="0" sldId="261"/>
            <ac:spMk id="27" creationId="{00000000-0000-0000-0000-000000000000}"/>
          </ac:spMkLst>
        </pc:spChg>
        <pc:spChg chg="mod">
          <ac:chgData name="Duong Nguyen" userId="24bc2535d2960a43" providerId="LiveId" clId="{65A1C03F-7BBA-4715-9D19-595FCAA258B4}" dt="2026-08-12T07:28:17.003" v="273" actId="123"/>
          <ac:spMkLst>
            <pc:docMk/>
            <pc:sldMk cId="0" sldId="261"/>
            <ac:spMk id="28" creationId="{00000000-0000-0000-0000-000000000000}"/>
          </ac:spMkLst>
        </pc:spChg>
        <pc:spChg chg="mod">
          <ac:chgData name="Duong Nguyen" userId="24bc2535d2960a43" providerId="LiveId" clId="{65A1C03F-7BBA-4715-9D19-595FCAA258B4}" dt="2026-08-12T07:28:23.350" v="274" actId="255"/>
          <ac:spMkLst>
            <pc:docMk/>
            <pc:sldMk cId="0" sldId="261"/>
            <ac:spMk id="30" creationId="{00000000-0000-0000-0000-000000000000}"/>
          </ac:spMkLst>
        </pc:spChg>
        <pc:spChg chg="mod">
          <ac:chgData name="Duong Nguyen" userId="24bc2535d2960a43" providerId="LiveId" clId="{65A1C03F-7BBA-4715-9D19-595FCAA258B4}" dt="2026-08-12T07:28:28.932" v="275" actId="255"/>
          <ac:spMkLst>
            <pc:docMk/>
            <pc:sldMk cId="0" sldId="261"/>
            <ac:spMk id="31" creationId="{00000000-0000-0000-0000-000000000000}"/>
          </ac:spMkLst>
        </pc:spChg>
        <pc:spChg chg="mod">
          <ac:chgData name="Duong Nguyen" userId="24bc2535d2960a43" providerId="LiveId" clId="{65A1C03F-7BBA-4715-9D19-595FCAA258B4}" dt="2026-08-12T07:28:33.782" v="276" actId="255"/>
          <ac:spMkLst>
            <pc:docMk/>
            <pc:sldMk cId="0" sldId="261"/>
            <ac:spMk id="33" creationId="{00000000-0000-0000-0000-000000000000}"/>
          </ac:spMkLst>
        </pc:spChg>
        <pc:spChg chg="mod">
          <ac:chgData name="Duong Nguyen" userId="24bc2535d2960a43" providerId="LiveId" clId="{65A1C03F-7BBA-4715-9D19-595FCAA258B4}" dt="2026-08-12T07:28:43.423" v="279" actId="14100"/>
          <ac:spMkLst>
            <pc:docMk/>
            <pc:sldMk cId="0" sldId="261"/>
            <ac:spMk id="34" creationId="{00000000-0000-0000-0000-000000000000}"/>
          </ac:spMkLst>
        </pc:spChg>
        <pc:picChg chg="add">
          <ac:chgData name="Duong Nguyen" userId="24bc2535d2960a43" providerId="LiveId" clId="{65A1C03F-7BBA-4715-9D19-595FCAA258B4}" dt="2026-08-12T07:27:07.401" v="261" actId="22"/>
          <ac:picMkLst>
            <pc:docMk/>
            <pc:sldMk cId="0" sldId="261"/>
            <ac:picMk id="36" creationId="{2900702D-A6BD-42F3-04E3-57C82AD699B7}"/>
          </ac:picMkLst>
        </pc:picChg>
        <pc:picChg chg="add">
          <ac:chgData name="Duong Nguyen" userId="24bc2535d2960a43" providerId="LiveId" clId="{65A1C03F-7BBA-4715-9D19-595FCAA258B4}" dt="2026-08-12T07:32:48.932" v="297" actId="22"/>
          <ac:picMkLst>
            <pc:docMk/>
            <pc:sldMk cId="0" sldId="261"/>
            <ac:picMk id="42" creationId="{FEA31FC2-210E-11CD-7AF6-394FA3368A29}"/>
          </ac:picMkLst>
        </pc:picChg>
      </pc:sldChg>
      <pc:sldChg chg="addSp modSp mod">
        <pc:chgData name="Duong Nguyen" userId="24bc2535d2960a43" providerId="LiveId" clId="{65A1C03F-7BBA-4715-9D19-595FCAA258B4}" dt="2026-08-20T01:58:27.363" v="1315" actId="1035"/>
        <pc:sldMkLst>
          <pc:docMk/>
          <pc:sldMk cId="0" sldId="262"/>
        </pc:sldMkLst>
        <pc:spChg chg="mod">
          <ac:chgData name="Duong Nguyen" userId="24bc2535d2960a43" providerId="LiveId" clId="{65A1C03F-7BBA-4715-9D19-595FCAA258B4}" dt="2026-08-12T07:39:27.197" v="433" actId="1076"/>
          <ac:spMkLst>
            <pc:docMk/>
            <pc:sldMk cId="0" sldId="262"/>
            <ac:spMk id="4" creationId="{00000000-0000-0000-0000-000000000000}"/>
          </ac:spMkLst>
        </pc:spChg>
        <pc:spChg chg="mod">
          <ac:chgData name="Duong Nguyen" userId="24bc2535d2960a43" providerId="LiveId" clId="{65A1C03F-7BBA-4715-9D19-595FCAA258B4}" dt="2026-08-12T07:36:22.578" v="377" actId="403"/>
          <ac:spMkLst>
            <pc:docMk/>
            <pc:sldMk cId="0" sldId="262"/>
            <ac:spMk id="7" creationId="{00000000-0000-0000-0000-000000000000}"/>
          </ac:spMkLst>
        </pc:spChg>
        <pc:spChg chg="mod">
          <ac:chgData name="Duong Nguyen" userId="24bc2535d2960a43" providerId="LiveId" clId="{65A1C03F-7BBA-4715-9D19-595FCAA258B4}" dt="2026-08-12T07:35:17.017" v="363" actId="1037"/>
          <ac:spMkLst>
            <pc:docMk/>
            <pc:sldMk cId="0" sldId="262"/>
            <ac:spMk id="10" creationId="{00000000-0000-0000-0000-000000000000}"/>
          </ac:spMkLst>
        </pc:spChg>
        <pc:spChg chg="mod">
          <ac:chgData name="Duong Nguyen" userId="24bc2535d2960a43" providerId="LiveId" clId="{65A1C03F-7BBA-4715-9D19-595FCAA258B4}" dt="2026-08-12T07:34:32.667" v="330" actId="20577"/>
          <ac:spMkLst>
            <pc:docMk/>
            <pc:sldMk cId="0" sldId="262"/>
            <ac:spMk id="11" creationId="{00000000-0000-0000-0000-000000000000}"/>
          </ac:spMkLst>
        </pc:spChg>
        <pc:spChg chg="mod">
          <ac:chgData name="Duong Nguyen" userId="24bc2535d2960a43" providerId="LiveId" clId="{65A1C03F-7BBA-4715-9D19-595FCAA258B4}" dt="2026-08-12T07:35:10.929" v="361" actId="1037"/>
          <ac:spMkLst>
            <pc:docMk/>
            <pc:sldMk cId="0" sldId="262"/>
            <ac:spMk id="14" creationId="{00000000-0000-0000-0000-000000000000}"/>
          </ac:spMkLst>
        </pc:spChg>
        <pc:spChg chg="mod">
          <ac:chgData name="Duong Nguyen" userId="24bc2535d2960a43" providerId="LiveId" clId="{65A1C03F-7BBA-4715-9D19-595FCAA258B4}" dt="2026-08-12T07:35:31.337" v="371" actId="403"/>
          <ac:spMkLst>
            <pc:docMk/>
            <pc:sldMk cId="0" sldId="262"/>
            <ac:spMk id="15" creationId="{00000000-0000-0000-0000-000000000000}"/>
          </ac:spMkLst>
        </pc:spChg>
        <pc:spChg chg="mod">
          <ac:chgData name="Duong Nguyen" userId="24bc2535d2960a43" providerId="LiveId" clId="{65A1C03F-7BBA-4715-9D19-595FCAA258B4}" dt="2026-08-12T07:35:09.123" v="359" actId="1037"/>
          <ac:spMkLst>
            <pc:docMk/>
            <pc:sldMk cId="0" sldId="262"/>
            <ac:spMk id="18" creationId="{00000000-0000-0000-0000-000000000000}"/>
          </ac:spMkLst>
        </pc:spChg>
        <pc:spChg chg="mod">
          <ac:chgData name="Duong Nguyen" userId="24bc2535d2960a43" providerId="LiveId" clId="{65A1C03F-7BBA-4715-9D19-595FCAA258B4}" dt="2026-08-12T07:35:27.999" v="369" actId="403"/>
          <ac:spMkLst>
            <pc:docMk/>
            <pc:sldMk cId="0" sldId="262"/>
            <ac:spMk id="19" creationId="{00000000-0000-0000-0000-000000000000}"/>
          </ac:spMkLst>
        </pc:spChg>
        <pc:spChg chg="mod">
          <ac:chgData name="Duong Nguyen" userId="24bc2535d2960a43" providerId="LiveId" clId="{65A1C03F-7BBA-4715-9D19-595FCAA258B4}" dt="2026-08-12T07:35:07.332" v="358" actId="1038"/>
          <ac:spMkLst>
            <pc:docMk/>
            <pc:sldMk cId="0" sldId="262"/>
            <ac:spMk id="22" creationId="{00000000-0000-0000-0000-000000000000}"/>
          </ac:spMkLst>
        </pc:spChg>
        <pc:spChg chg="mod">
          <ac:chgData name="Duong Nguyen" userId="24bc2535d2960a43" providerId="LiveId" clId="{65A1C03F-7BBA-4715-9D19-595FCAA258B4}" dt="2026-08-20T01:58:16.838" v="1309" actId="1038"/>
          <ac:spMkLst>
            <pc:docMk/>
            <pc:sldMk cId="0" sldId="262"/>
            <ac:spMk id="23" creationId="{00000000-0000-0000-0000-000000000000}"/>
          </ac:spMkLst>
        </pc:spChg>
        <pc:spChg chg="mod">
          <ac:chgData name="Duong Nguyen" userId="24bc2535d2960a43" providerId="LiveId" clId="{65A1C03F-7BBA-4715-9D19-595FCAA258B4}" dt="2026-08-12T07:35:04.315" v="354" actId="1038"/>
          <ac:spMkLst>
            <pc:docMk/>
            <pc:sldMk cId="0" sldId="262"/>
            <ac:spMk id="26" creationId="{00000000-0000-0000-0000-000000000000}"/>
          </ac:spMkLst>
        </pc:spChg>
        <pc:spChg chg="mod">
          <ac:chgData name="Duong Nguyen" userId="24bc2535d2960a43" providerId="LiveId" clId="{65A1C03F-7BBA-4715-9D19-595FCAA258B4}" dt="2026-08-20T01:58:27.363" v="1315" actId="1035"/>
          <ac:spMkLst>
            <pc:docMk/>
            <pc:sldMk cId="0" sldId="262"/>
            <ac:spMk id="27" creationId="{00000000-0000-0000-0000-000000000000}"/>
          </ac:spMkLst>
        </pc:spChg>
        <pc:picChg chg="add">
          <ac:chgData name="Duong Nguyen" userId="24bc2535d2960a43" providerId="LiveId" clId="{65A1C03F-7BBA-4715-9D19-595FCAA258B4}" dt="2026-08-12T07:32:51.956" v="298" actId="22"/>
          <ac:picMkLst>
            <pc:docMk/>
            <pc:sldMk cId="0" sldId="262"/>
            <ac:picMk id="35" creationId="{A1C0C8A2-246A-3500-7469-0EFA345BC390}"/>
          </ac:picMkLst>
        </pc:picChg>
        <pc:picChg chg="add">
          <ac:chgData name="Duong Nguyen" userId="24bc2535d2960a43" providerId="LiveId" clId="{65A1C03F-7BBA-4715-9D19-595FCAA258B4}" dt="2026-08-12T07:39:12.223" v="431" actId="22"/>
          <ac:picMkLst>
            <pc:docMk/>
            <pc:sldMk cId="0" sldId="262"/>
            <ac:picMk id="37" creationId="{78615497-D476-B3B9-30DC-07926B16B4AC}"/>
          </ac:picMkLst>
        </pc:picChg>
      </pc:sldChg>
      <pc:sldChg chg="addSp delSp modSp mod">
        <pc:chgData name="Duong Nguyen" userId="24bc2535d2960a43" providerId="LiveId" clId="{65A1C03F-7BBA-4715-9D19-595FCAA258B4}" dt="2026-08-12T11:53:44.794" v="1279" actId="14100"/>
        <pc:sldMkLst>
          <pc:docMk/>
          <pc:sldMk cId="0" sldId="263"/>
        </pc:sldMkLst>
        <pc:spChg chg="mod">
          <ac:chgData name="Duong Nguyen" userId="24bc2535d2960a43" providerId="LiveId" clId="{65A1C03F-7BBA-4715-9D19-595FCAA258B4}" dt="2026-08-12T07:39:43.105" v="435" actId="1076"/>
          <ac:spMkLst>
            <pc:docMk/>
            <pc:sldMk cId="0" sldId="263"/>
            <ac:spMk id="8" creationId="{00000000-0000-0000-0000-000000000000}"/>
          </ac:spMkLst>
        </pc:spChg>
        <pc:spChg chg="mod">
          <ac:chgData name="Duong Nguyen" userId="24bc2535d2960a43" providerId="LiveId" clId="{65A1C03F-7BBA-4715-9D19-595FCAA258B4}" dt="2026-08-12T07:41:47.492" v="460" actId="255"/>
          <ac:spMkLst>
            <pc:docMk/>
            <pc:sldMk cId="0" sldId="263"/>
            <ac:spMk id="14" creationId="{00000000-0000-0000-0000-000000000000}"/>
          </ac:spMkLst>
        </pc:spChg>
        <pc:spChg chg="mod">
          <ac:chgData name="Duong Nguyen" userId="24bc2535d2960a43" providerId="LiveId" clId="{65A1C03F-7BBA-4715-9D19-595FCAA258B4}" dt="2026-08-12T07:41:58.074" v="462" actId="123"/>
          <ac:spMkLst>
            <pc:docMk/>
            <pc:sldMk cId="0" sldId="263"/>
            <ac:spMk id="15" creationId="{00000000-0000-0000-0000-000000000000}"/>
          </ac:spMkLst>
        </pc:spChg>
        <pc:spChg chg="mod">
          <ac:chgData name="Duong Nguyen" userId="24bc2535d2960a43" providerId="LiveId" clId="{65A1C03F-7BBA-4715-9D19-595FCAA258B4}" dt="2026-08-12T07:41:47.492" v="460" actId="255"/>
          <ac:spMkLst>
            <pc:docMk/>
            <pc:sldMk cId="0" sldId="263"/>
            <ac:spMk id="17" creationId="{00000000-0000-0000-0000-000000000000}"/>
          </ac:spMkLst>
        </pc:spChg>
        <pc:spChg chg="mod">
          <ac:chgData name="Duong Nguyen" userId="24bc2535d2960a43" providerId="LiveId" clId="{65A1C03F-7BBA-4715-9D19-595FCAA258B4}" dt="2026-08-12T07:41:58.074" v="462" actId="123"/>
          <ac:spMkLst>
            <pc:docMk/>
            <pc:sldMk cId="0" sldId="263"/>
            <ac:spMk id="18" creationId="{00000000-0000-0000-0000-000000000000}"/>
          </ac:spMkLst>
        </pc:spChg>
        <pc:spChg chg="mod">
          <ac:chgData name="Duong Nguyen" userId="24bc2535d2960a43" providerId="LiveId" clId="{65A1C03F-7BBA-4715-9D19-595FCAA258B4}" dt="2026-08-12T07:41:47.492" v="460" actId="255"/>
          <ac:spMkLst>
            <pc:docMk/>
            <pc:sldMk cId="0" sldId="263"/>
            <ac:spMk id="20" creationId="{00000000-0000-0000-0000-000000000000}"/>
          </ac:spMkLst>
        </pc:spChg>
        <pc:spChg chg="mod">
          <ac:chgData name="Duong Nguyen" userId="24bc2535d2960a43" providerId="LiveId" clId="{65A1C03F-7BBA-4715-9D19-595FCAA258B4}" dt="2026-08-12T07:41:58.074" v="462" actId="123"/>
          <ac:spMkLst>
            <pc:docMk/>
            <pc:sldMk cId="0" sldId="263"/>
            <ac:spMk id="21" creationId="{00000000-0000-0000-0000-000000000000}"/>
          </ac:spMkLst>
        </pc:spChg>
        <pc:spChg chg="mod">
          <ac:chgData name="Duong Nguyen" userId="24bc2535d2960a43" providerId="LiveId" clId="{65A1C03F-7BBA-4715-9D19-595FCAA258B4}" dt="2026-08-12T07:42:41.713" v="495" actId="20577"/>
          <ac:spMkLst>
            <pc:docMk/>
            <pc:sldMk cId="0" sldId="263"/>
            <ac:spMk id="24" creationId="{00000000-0000-0000-0000-000000000000}"/>
          </ac:spMkLst>
        </pc:spChg>
        <pc:spChg chg="mod">
          <ac:chgData name="Duong Nguyen" userId="24bc2535d2960a43" providerId="LiveId" clId="{65A1C03F-7BBA-4715-9D19-595FCAA258B4}" dt="2026-08-12T07:42:57.887" v="501" actId="20577"/>
          <ac:spMkLst>
            <pc:docMk/>
            <pc:sldMk cId="0" sldId="263"/>
            <ac:spMk id="25" creationId="{00000000-0000-0000-0000-000000000000}"/>
          </ac:spMkLst>
        </pc:spChg>
        <pc:picChg chg="mod">
          <ac:chgData name="Duong Nguyen" userId="24bc2535d2960a43" providerId="LiveId" clId="{65A1C03F-7BBA-4715-9D19-595FCAA258B4}" dt="2026-08-12T11:53:41.324" v="1278" actId="14100"/>
          <ac:picMkLst>
            <pc:docMk/>
            <pc:sldMk cId="0" sldId="263"/>
            <ac:picMk id="5" creationId="{00000000-0000-0000-0000-000000000000}"/>
          </ac:picMkLst>
        </pc:picChg>
        <pc:picChg chg="mod">
          <ac:chgData name="Duong Nguyen" userId="24bc2535d2960a43" providerId="LiveId" clId="{65A1C03F-7BBA-4715-9D19-595FCAA258B4}" dt="2026-08-12T11:53:44.794" v="1279" actId="14100"/>
          <ac:picMkLst>
            <pc:docMk/>
            <pc:sldMk cId="0" sldId="263"/>
            <ac:picMk id="6" creationId="{00000000-0000-0000-0000-000000000000}"/>
          </ac:picMkLst>
        </pc:picChg>
        <pc:picChg chg="mod">
          <ac:chgData name="Duong Nguyen" userId="24bc2535d2960a43" providerId="LiveId" clId="{65A1C03F-7BBA-4715-9D19-595FCAA258B4}" dt="2026-08-12T07:41:31.639" v="459" actId="1076"/>
          <ac:picMkLst>
            <pc:docMk/>
            <pc:sldMk cId="0" sldId="263"/>
            <ac:picMk id="22" creationId="{00000000-0000-0000-0000-000000000000}"/>
          </ac:picMkLst>
        </pc:picChg>
        <pc:picChg chg="mod">
          <ac:chgData name="Duong Nguyen" userId="24bc2535d2960a43" providerId="LiveId" clId="{65A1C03F-7BBA-4715-9D19-595FCAA258B4}" dt="2026-08-12T07:41:31.639" v="459" actId="1076"/>
          <ac:picMkLst>
            <pc:docMk/>
            <pc:sldMk cId="0" sldId="263"/>
            <ac:picMk id="23" creationId="{00000000-0000-0000-0000-000000000000}"/>
          </ac:picMkLst>
        </pc:picChg>
        <pc:picChg chg="add">
          <ac:chgData name="Duong Nguyen" userId="24bc2535d2960a43" providerId="LiveId" clId="{65A1C03F-7BBA-4715-9D19-595FCAA258B4}" dt="2026-08-12T07:33:21.487" v="299" actId="22"/>
          <ac:picMkLst>
            <pc:docMk/>
            <pc:sldMk cId="0" sldId="263"/>
            <ac:picMk id="27" creationId="{2385EA34-B326-0788-75BC-5A66D0206DE8}"/>
          </ac:picMkLst>
        </pc:picChg>
        <pc:picChg chg="add">
          <ac:chgData name="Duong Nguyen" userId="24bc2535d2960a43" providerId="LiveId" clId="{65A1C03F-7BBA-4715-9D19-595FCAA258B4}" dt="2026-08-12T07:39:38.805" v="434" actId="22"/>
          <ac:picMkLst>
            <pc:docMk/>
            <pc:sldMk cId="0" sldId="263"/>
            <ac:picMk id="29" creationId="{E461417D-DFA2-2387-72FD-B3DBB544EB64}"/>
          </ac:picMkLst>
        </pc:picChg>
      </pc:sldChg>
      <pc:sldChg chg="addSp delSp modSp mod">
        <pc:chgData name="Duong Nguyen" userId="24bc2535d2960a43" providerId="LiveId" clId="{65A1C03F-7BBA-4715-9D19-595FCAA258B4}" dt="2026-08-24T09:11:05.937" v="1401" actId="20577"/>
        <pc:sldMkLst>
          <pc:docMk/>
          <pc:sldMk cId="0" sldId="264"/>
        </pc:sldMkLst>
        <pc:spChg chg="mod">
          <ac:chgData name="Duong Nguyen" userId="24bc2535d2960a43" providerId="LiveId" clId="{65A1C03F-7BBA-4715-9D19-595FCAA258B4}" dt="2026-08-12T07:43:37.460" v="503" actId="1076"/>
          <ac:spMkLst>
            <pc:docMk/>
            <pc:sldMk cId="0" sldId="264"/>
            <ac:spMk id="3" creationId="{00000000-0000-0000-0000-000000000000}"/>
          </ac:spMkLst>
        </pc:spChg>
        <pc:graphicFrameChg chg="mod modGraphic">
          <ac:chgData name="Duong Nguyen" userId="24bc2535d2960a43" providerId="LiveId" clId="{65A1C03F-7BBA-4715-9D19-595FCAA258B4}" dt="2026-08-24T09:11:05.937" v="1401" actId="20577"/>
          <ac:graphicFrameMkLst>
            <pc:docMk/>
            <pc:sldMk cId="0" sldId="264"/>
            <ac:graphicFrameMk id="5" creationId="{00000000-0000-0000-0000-000000000000}"/>
          </ac:graphicFrameMkLst>
        </pc:graphicFrameChg>
        <pc:picChg chg="add">
          <ac:chgData name="Duong Nguyen" userId="24bc2535d2960a43" providerId="LiveId" clId="{65A1C03F-7BBA-4715-9D19-595FCAA258B4}" dt="2026-08-12T07:33:23.665" v="300" actId="22"/>
          <ac:picMkLst>
            <pc:docMk/>
            <pc:sldMk cId="0" sldId="264"/>
            <ac:picMk id="22" creationId="{EE2E2CE8-1E4A-92B5-8144-083454C7F473}"/>
          </ac:picMkLst>
        </pc:picChg>
        <pc:picChg chg="add">
          <ac:chgData name="Duong Nguyen" userId="24bc2535d2960a43" providerId="LiveId" clId="{65A1C03F-7BBA-4715-9D19-595FCAA258B4}" dt="2026-08-12T07:43:34.779" v="502" actId="22"/>
          <ac:picMkLst>
            <pc:docMk/>
            <pc:sldMk cId="0" sldId="264"/>
            <ac:picMk id="24" creationId="{D71ECF85-01E3-4141-9508-51FA4BE4FD7A}"/>
          </ac:picMkLst>
        </pc:picChg>
      </pc:sldChg>
      <pc:sldChg chg="addSp modSp mod">
        <pc:chgData name="Duong Nguyen" userId="24bc2535d2960a43" providerId="LiveId" clId="{65A1C03F-7BBA-4715-9D19-595FCAA258B4}" dt="2026-08-12T09:08:24.320" v="1228" actId="20577"/>
        <pc:sldMkLst>
          <pc:docMk/>
          <pc:sldMk cId="0" sldId="265"/>
        </pc:sldMkLst>
        <pc:spChg chg="mod">
          <ac:chgData name="Duong Nguyen" userId="24bc2535d2960a43" providerId="LiveId" clId="{65A1C03F-7BBA-4715-9D19-595FCAA258B4}" dt="2026-08-12T07:56:15.036" v="910" actId="1076"/>
          <ac:spMkLst>
            <pc:docMk/>
            <pc:sldMk cId="0" sldId="265"/>
            <ac:spMk id="5" creationId="{00000000-0000-0000-0000-000000000000}"/>
          </ac:spMkLst>
        </pc:spChg>
        <pc:spChg chg="mod">
          <ac:chgData name="Duong Nguyen" userId="24bc2535d2960a43" providerId="LiveId" clId="{65A1C03F-7BBA-4715-9D19-595FCAA258B4}" dt="2026-08-12T07:36:56.077" v="382" actId="255"/>
          <ac:spMkLst>
            <pc:docMk/>
            <pc:sldMk cId="0" sldId="265"/>
            <ac:spMk id="7" creationId="{00000000-0000-0000-0000-000000000000}"/>
          </ac:spMkLst>
        </pc:spChg>
        <pc:spChg chg="mod">
          <ac:chgData name="Duong Nguyen" userId="24bc2535d2960a43" providerId="LiveId" clId="{65A1C03F-7BBA-4715-9D19-595FCAA258B4}" dt="2026-08-12T07:36:56.077" v="382" actId="255"/>
          <ac:spMkLst>
            <pc:docMk/>
            <pc:sldMk cId="0" sldId="265"/>
            <ac:spMk id="8" creationId="{00000000-0000-0000-0000-000000000000}"/>
          </ac:spMkLst>
        </pc:spChg>
        <pc:spChg chg="mod">
          <ac:chgData name="Duong Nguyen" userId="24bc2535d2960a43" providerId="LiveId" clId="{65A1C03F-7BBA-4715-9D19-595FCAA258B4}" dt="2026-08-12T07:36:39.309" v="379" actId="14100"/>
          <ac:spMkLst>
            <pc:docMk/>
            <pc:sldMk cId="0" sldId="265"/>
            <ac:spMk id="10" creationId="{00000000-0000-0000-0000-000000000000}"/>
          </ac:spMkLst>
        </pc:spChg>
        <pc:spChg chg="mod">
          <ac:chgData name="Duong Nguyen" userId="24bc2535d2960a43" providerId="LiveId" clId="{65A1C03F-7BBA-4715-9D19-595FCAA258B4}" dt="2026-08-12T07:36:56.077" v="382" actId="255"/>
          <ac:spMkLst>
            <pc:docMk/>
            <pc:sldMk cId="0" sldId="265"/>
            <ac:spMk id="11" creationId="{00000000-0000-0000-0000-000000000000}"/>
          </ac:spMkLst>
        </pc:spChg>
        <pc:spChg chg="mod">
          <ac:chgData name="Duong Nguyen" userId="24bc2535d2960a43" providerId="LiveId" clId="{65A1C03F-7BBA-4715-9D19-595FCAA258B4}" dt="2026-08-12T07:36:56.077" v="382" actId="255"/>
          <ac:spMkLst>
            <pc:docMk/>
            <pc:sldMk cId="0" sldId="265"/>
            <ac:spMk id="12" creationId="{00000000-0000-0000-0000-000000000000}"/>
          </ac:spMkLst>
        </pc:spChg>
        <pc:spChg chg="mod">
          <ac:chgData name="Duong Nguyen" userId="24bc2535d2960a43" providerId="LiveId" clId="{65A1C03F-7BBA-4715-9D19-595FCAA258B4}" dt="2026-08-12T09:08:24.320" v="1228" actId="20577"/>
          <ac:spMkLst>
            <pc:docMk/>
            <pc:sldMk cId="0" sldId="265"/>
            <ac:spMk id="13" creationId="{00000000-0000-0000-0000-000000000000}"/>
          </ac:spMkLst>
        </pc:spChg>
        <pc:spChg chg="mod">
          <ac:chgData name="Duong Nguyen" userId="24bc2535d2960a43" providerId="LiveId" clId="{65A1C03F-7BBA-4715-9D19-595FCAA258B4}" dt="2026-08-12T07:36:56.077" v="382" actId="255"/>
          <ac:spMkLst>
            <pc:docMk/>
            <pc:sldMk cId="0" sldId="265"/>
            <ac:spMk id="14" creationId="{00000000-0000-0000-0000-000000000000}"/>
          </ac:spMkLst>
        </pc:spChg>
        <pc:spChg chg="mod">
          <ac:chgData name="Duong Nguyen" userId="24bc2535d2960a43" providerId="LiveId" clId="{65A1C03F-7BBA-4715-9D19-595FCAA258B4}" dt="2026-08-12T07:36:42.833" v="381" actId="14100"/>
          <ac:spMkLst>
            <pc:docMk/>
            <pc:sldMk cId="0" sldId="265"/>
            <ac:spMk id="16" creationId="{00000000-0000-0000-0000-000000000000}"/>
          </ac:spMkLst>
        </pc:spChg>
        <pc:spChg chg="mod">
          <ac:chgData name="Duong Nguyen" userId="24bc2535d2960a43" providerId="LiveId" clId="{65A1C03F-7BBA-4715-9D19-595FCAA258B4}" dt="2026-08-12T07:38:01.453" v="422" actId="20577"/>
          <ac:spMkLst>
            <pc:docMk/>
            <pc:sldMk cId="0" sldId="265"/>
            <ac:spMk id="17" creationId="{00000000-0000-0000-0000-000000000000}"/>
          </ac:spMkLst>
        </pc:spChg>
        <pc:spChg chg="mod">
          <ac:chgData name="Duong Nguyen" userId="24bc2535d2960a43" providerId="LiveId" clId="{65A1C03F-7BBA-4715-9D19-595FCAA258B4}" dt="2026-08-12T07:37:01.159" v="385" actId="403"/>
          <ac:spMkLst>
            <pc:docMk/>
            <pc:sldMk cId="0" sldId="265"/>
            <ac:spMk id="18" creationId="{00000000-0000-0000-0000-000000000000}"/>
          </ac:spMkLst>
        </pc:spChg>
        <pc:spChg chg="mod">
          <ac:chgData name="Duong Nguyen" userId="24bc2535d2960a43" providerId="LiveId" clId="{65A1C03F-7BBA-4715-9D19-595FCAA258B4}" dt="2026-08-12T07:37:01.159" v="385" actId="403"/>
          <ac:spMkLst>
            <pc:docMk/>
            <pc:sldMk cId="0" sldId="265"/>
            <ac:spMk id="19" creationId="{00000000-0000-0000-0000-000000000000}"/>
          </ac:spMkLst>
        </pc:spChg>
        <pc:spChg chg="mod">
          <ac:chgData name="Duong Nguyen" userId="24bc2535d2960a43" providerId="LiveId" clId="{65A1C03F-7BBA-4715-9D19-595FCAA258B4}" dt="2026-08-12T07:37:01.159" v="385" actId="403"/>
          <ac:spMkLst>
            <pc:docMk/>
            <pc:sldMk cId="0" sldId="265"/>
            <ac:spMk id="20" creationId="{00000000-0000-0000-0000-000000000000}"/>
          </ac:spMkLst>
        </pc:spChg>
        <pc:picChg chg="add">
          <ac:chgData name="Duong Nguyen" userId="24bc2535d2960a43" providerId="LiveId" clId="{65A1C03F-7BBA-4715-9D19-595FCAA258B4}" dt="2026-08-12T07:33:25.970" v="301" actId="22"/>
          <ac:picMkLst>
            <pc:docMk/>
            <pc:sldMk cId="0" sldId="265"/>
            <ac:picMk id="32" creationId="{773284A1-6AEA-489A-67FB-229E8C43BC23}"/>
          </ac:picMkLst>
        </pc:picChg>
        <pc:picChg chg="add">
          <ac:chgData name="Duong Nguyen" userId="24bc2535d2960a43" providerId="LiveId" clId="{65A1C03F-7BBA-4715-9D19-595FCAA258B4}" dt="2026-08-12T07:56:10.858" v="909" actId="22"/>
          <ac:picMkLst>
            <pc:docMk/>
            <pc:sldMk cId="0" sldId="265"/>
            <ac:picMk id="34" creationId="{551C99FC-34CE-2866-A1ED-0E7E28FFF559}"/>
          </ac:picMkLst>
        </pc:picChg>
      </pc:sldChg>
      <pc:sldChg chg="addSp modSp mod">
        <pc:chgData name="Duong Nguyen" userId="24bc2535d2960a43" providerId="LiveId" clId="{65A1C03F-7BBA-4715-9D19-595FCAA258B4}" dt="2026-08-12T08:56:14.663" v="962" actId="20577"/>
        <pc:sldMkLst>
          <pc:docMk/>
          <pc:sldMk cId="0" sldId="266"/>
        </pc:sldMkLst>
        <pc:spChg chg="mod">
          <ac:chgData name="Duong Nguyen" userId="24bc2535d2960a43" providerId="LiveId" clId="{65A1C03F-7BBA-4715-9D19-595FCAA258B4}" dt="2026-08-12T07:56:25.433" v="912" actId="1076"/>
          <ac:spMkLst>
            <pc:docMk/>
            <pc:sldMk cId="0" sldId="266"/>
            <ac:spMk id="8" creationId="{00000000-0000-0000-0000-000000000000}"/>
          </ac:spMkLst>
        </pc:spChg>
        <pc:spChg chg="mod">
          <ac:chgData name="Duong Nguyen" userId="24bc2535d2960a43" providerId="LiveId" clId="{65A1C03F-7BBA-4715-9D19-595FCAA258B4}" dt="2026-08-12T08:54:45.377" v="914" actId="14100"/>
          <ac:spMkLst>
            <pc:docMk/>
            <pc:sldMk cId="0" sldId="266"/>
            <ac:spMk id="20" creationId="{00000000-0000-0000-0000-000000000000}"/>
          </ac:spMkLst>
        </pc:spChg>
        <pc:spChg chg="mod">
          <ac:chgData name="Duong Nguyen" userId="24bc2535d2960a43" providerId="LiveId" clId="{65A1C03F-7BBA-4715-9D19-595FCAA258B4}" dt="2026-08-12T08:55:03.512" v="919" actId="255"/>
          <ac:spMkLst>
            <pc:docMk/>
            <pc:sldMk cId="0" sldId="266"/>
            <ac:spMk id="21" creationId="{00000000-0000-0000-0000-000000000000}"/>
          </ac:spMkLst>
        </pc:spChg>
        <pc:spChg chg="mod">
          <ac:chgData name="Duong Nguyen" userId="24bc2535d2960a43" providerId="LiveId" clId="{65A1C03F-7BBA-4715-9D19-595FCAA258B4}" dt="2026-08-12T08:54:47.306" v="915" actId="14100"/>
          <ac:spMkLst>
            <pc:docMk/>
            <pc:sldMk cId="0" sldId="266"/>
            <ac:spMk id="22" creationId="{00000000-0000-0000-0000-000000000000}"/>
          </ac:spMkLst>
        </pc:spChg>
        <pc:spChg chg="mod">
          <ac:chgData name="Duong Nguyen" userId="24bc2535d2960a43" providerId="LiveId" clId="{65A1C03F-7BBA-4715-9D19-595FCAA258B4}" dt="2026-08-12T08:55:03.512" v="919" actId="255"/>
          <ac:spMkLst>
            <pc:docMk/>
            <pc:sldMk cId="0" sldId="266"/>
            <ac:spMk id="23" creationId="{00000000-0000-0000-0000-000000000000}"/>
          </ac:spMkLst>
        </pc:spChg>
        <pc:spChg chg="mod">
          <ac:chgData name="Duong Nguyen" userId="24bc2535d2960a43" providerId="LiveId" clId="{65A1C03F-7BBA-4715-9D19-595FCAA258B4}" dt="2026-08-12T08:54:49.138" v="916" actId="14100"/>
          <ac:spMkLst>
            <pc:docMk/>
            <pc:sldMk cId="0" sldId="266"/>
            <ac:spMk id="24" creationId="{00000000-0000-0000-0000-000000000000}"/>
          </ac:spMkLst>
        </pc:spChg>
        <pc:spChg chg="mod">
          <ac:chgData name="Duong Nguyen" userId="24bc2535d2960a43" providerId="LiveId" clId="{65A1C03F-7BBA-4715-9D19-595FCAA258B4}" dt="2026-08-12T08:55:03.512" v="919" actId="255"/>
          <ac:spMkLst>
            <pc:docMk/>
            <pc:sldMk cId="0" sldId="266"/>
            <ac:spMk id="25" creationId="{00000000-0000-0000-0000-000000000000}"/>
          </ac:spMkLst>
        </pc:spChg>
        <pc:spChg chg="mod">
          <ac:chgData name="Duong Nguyen" userId="24bc2535d2960a43" providerId="LiveId" clId="{65A1C03F-7BBA-4715-9D19-595FCAA258B4}" dt="2026-08-12T08:54:51.648" v="917" actId="14100"/>
          <ac:spMkLst>
            <pc:docMk/>
            <pc:sldMk cId="0" sldId="266"/>
            <ac:spMk id="26" creationId="{00000000-0000-0000-0000-000000000000}"/>
          </ac:spMkLst>
        </pc:spChg>
        <pc:spChg chg="mod">
          <ac:chgData name="Duong Nguyen" userId="24bc2535d2960a43" providerId="LiveId" clId="{65A1C03F-7BBA-4715-9D19-595FCAA258B4}" dt="2026-08-12T08:55:03.512" v="919" actId="255"/>
          <ac:spMkLst>
            <pc:docMk/>
            <pc:sldMk cId="0" sldId="266"/>
            <ac:spMk id="27" creationId="{00000000-0000-0000-0000-000000000000}"/>
          </ac:spMkLst>
        </pc:spChg>
        <pc:spChg chg="mod">
          <ac:chgData name="Duong Nguyen" userId="24bc2535d2960a43" providerId="LiveId" clId="{65A1C03F-7BBA-4715-9D19-595FCAA258B4}" dt="2026-08-12T08:54:54.086" v="918" actId="14100"/>
          <ac:spMkLst>
            <pc:docMk/>
            <pc:sldMk cId="0" sldId="266"/>
            <ac:spMk id="28" creationId="{00000000-0000-0000-0000-000000000000}"/>
          </ac:spMkLst>
        </pc:spChg>
        <pc:spChg chg="mod">
          <ac:chgData name="Duong Nguyen" userId="24bc2535d2960a43" providerId="LiveId" clId="{65A1C03F-7BBA-4715-9D19-595FCAA258B4}" dt="2026-08-12T08:56:14.663" v="962" actId="20577"/>
          <ac:spMkLst>
            <pc:docMk/>
            <pc:sldMk cId="0" sldId="266"/>
            <ac:spMk id="29" creationId="{00000000-0000-0000-0000-000000000000}"/>
          </ac:spMkLst>
        </pc:spChg>
        <pc:picChg chg="add mod">
          <ac:chgData name="Duong Nguyen" userId="24bc2535d2960a43" providerId="LiveId" clId="{65A1C03F-7BBA-4715-9D19-595FCAA258B4}" dt="2026-08-12T07:33:34.312" v="303" actId="14100"/>
          <ac:picMkLst>
            <pc:docMk/>
            <pc:sldMk cId="0" sldId="266"/>
            <ac:picMk id="31" creationId="{CB98F6B7-5BC0-BB3E-D2B7-DF936CA5238C}"/>
          </ac:picMkLst>
        </pc:picChg>
        <pc:picChg chg="add">
          <ac:chgData name="Duong Nguyen" userId="24bc2535d2960a43" providerId="LiveId" clId="{65A1C03F-7BBA-4715-9D19-595FCAA258B4}" dt="2026-08-12T07:56:20.304" v="911" actId="22"/>
          <ac:picMkLst>
            <pc:docMk/>
            <pc:sldMk cId="0" sldId="266"/>
            <ac:picMk id="33" creationId="{A3B63B50-7FD5-1A29-3902-DF3D6792B1F6}"/>
          </ac:picMkLst>
        </pc:picChg>
      </pc:sldChg>
      <pc:sldChg chg="addSp delSp modSp mod">
        <pc:chgData name="Duong Nguyen" userId="24bc2535d2960a43" providerId="LiveId" clId="{65A1C03F-7BBA-4715-9D19-595FCAA258B4}" dt="2026-08-12T09:27:11.077" v="1276" actId="20577"/>
        <pc:sldMkLst>
          <pc:docMk/>
          <pc:sldMk cId="0" sldId="267"/>
        </pc:sldMkLst>
        <pc:spChg chg="mod">
          <ac:chgData name="Duong Nguyen" userId="24bc2535d2960a43" providerId="LiveId" clId="{65A1C03F-7BBA-4715-9D19-595FCAA258B4}" dt="2026-08-12T09:27:11.077" v="1276" actId="20577"/>
          <ac:spMkLst>
            <pc:docMk/>
            <pc:sldMk cId="0" sldId="267"/>
            <ac:spMk id="6" creationId="{00000000-0000-0000-0000-000000000000}"/>
          </ac:spMkLst>
        </pc:spChg>
        <pc:spChg chg="mod">
          <ac:chgData name="Duong Nguyen" userId="24bc2535d2960a43" providerId="LiveId" clId="{65A1C03F-7BBA-4715-9D19-595FCAA258B4}" dt="2026-08-12T09:25:36.698" v="1233" actId="1076"/>
          <ac:spMkLst>
            <pc:docMk/>
            <pc:sldMk cId="0" sldId="267"/>
            <ac:spMk id="7" creationId="{00000000-0000-0000-0000-000000000000}"/>
          </ac:spMkLst>
        </pc:spChg>
        <pc:spChg chg="mod">
          <ac:chgData name="Duong Nguyen" userId="24bc2535d2960a43" providerId="LiveId" clId="{65A1C03F-7BBA-4715-9D19-595FCAA258B4}" dt="2026-08-12T09:00:17.191" v="1105" actId="1035"/>
          <ac:spMkLst>
            <pc:docMk/>
            <pc:sldMk cId="0" sldId="267"/>
            <ac:spMk id="10" creationId="{00000000-0000-0000-0000-000000000000}"/>
          </ac:spMkLst>
        </pc:spChg>
        <pc:spChg chg="mod">
          <ac:chgData name="Duong Nguyen" userId="24bc2535d2960a43" providerId="LiveId" clId="{65A1C03F-7BBA-4715-9D19-595FCAA258B4}" dt="2026-08-12T09:00:17.191" v="1105" actId="1035"/>
          <ac:spMkLst>
            <pc:docMk/>
            <pc:sldMk cId="0" sldId="267"/>
            <ac:spMk id="12" creationId="{00000000-0000-0000-0000-000000000000}"/>
          </ac:spMkLst>
        </pc:spChg>
        <pc:spChg chg="mod">
          <ac:chgData name="Duong Nguyen" userId="24bc2535d2960a43" providerId="LiveId" clId="{65A1C03F-7BBA-4715-9D19-595FCAA258B4}" dt="2026-08-12T09:00:17.191" v="1105" actId="1035"/>
          <ac:spMkLst>
            <pc:docMk/>
            <pc:sldMk cId="0" sldId="267"/>
            <ac:spMk id="14" creationId="{00000000-0000-0000-0000-000000000000}"/>
          </ac:spMkLst>
        </pc:spChg>
        <pc:picChg chg="mod">
          <ac:chgData name="Duong Nguyen" userId="24bc2535d2960a43" providerId="LiveId" clId="{65A1C03F-7BBA-4715-9D19-595FCAA258B4}" dt="2026-08-12T09:25:33.166" v="1232" actId="1076"/>
          <ac:picMkLst>
            <pc:docMk/>
            <pc:sldMk cId="0" sldId="267"/>
            <ac:picMk id="2" creationId="{00000000-0000-0000-0000-000000000000}"/>
          </ac:picMkLst>
        </pc:picChg>
        <pc:picChg chg="mod">
          <ac:chgData name="Duong Nguyen" userId="24bc2535d2960a43" providerId="LiveId" clId="{65A1C03F-7BBA-4715-9D19-595FCAA258B4}" dt="2026-08-12T09:25:29.125" v="1230" actId="14100"/>
          <ac:picMkLst>
            <pc:docMk/>
            <pc:sldMk cId="0" sldId="267"/>
            <ac:picMk id="3" creationId="{00000000-0000-0000-0000-000000000000}"/>
          </ac:picMkLst>
        </pc:picChg>
        <pc:picChg chg="mod">
          <ac:chgData name="Duong Nguyen" userId="24bc2535d2960a43" providerId="LiveId" clId="{65A1C03F-7BBA-4715-9D19-595FCAA258B4}" dt="2026-08-12T09:00:17.191" v="1105" actId="1035"/>
          <ac:picMkLst>
            <pc:docMk/>
            <pc:sldMk cId="0" sldId="267"/>
            <ac:picMk id="5" creationId="{00000000-0000-0000-0000-000000000000}"/>
          </ac:picMkLst>
        </pc:picChg>
        <pc:picChg chg="mod">
          <ac:chgData name="Duong Nguyen" userId="24bc2535d2960a43" providerId="LiveId" clId="{65A1C03F-7BBA-4715-9D19-595FCAA258B4}" dt="2026-08-12T09:00:17.191" v="1105" actId="1035"/>
          <ac:picMkLst>
            <pc:docMk/>
            <pc:sldMk cId="0" sldId="267"/>
            <ac:picMk id="9" creationId="{00000000-0000-0000-0000-000000000000}"/>
          </ac:picMkLst>
        </pc:picChg>
        <pc:picChg chg="mod">
          <ac:chgData name="Duong Nguyen" userId="24bc2535d2960a43" providerId="LiveId" clId="{65A1C03F-7BBA-4715-9D19-595FCAA258B4}" dt="2026-08-12T09:00:17.191" v="1105" actId="1035"/>
          <ac:picMkLst>
            <pc:docMk/>
            <pc:sldMk cId="0" sldId="267"/>
            <ac:picMk id="11" creationId="{00000000-0000-0000-0000-000000000000}"/>
          </ac:picMkLst>
        </pc:picChg>
        <pc:picChg chg="mod">
          <ac:chgData name="Duong Nguyen" userId="24bc2535d2960a43" providerId="LiveId" clId="{65A1C03F-7BBA-4715-9D19-595FCAA258B4}" dt="2026-08-12T09:00:17.191" v="1105" actId="1035"/>
          <ac:picMkLst>
            <pc:docMk/>
            <pc:sldMk cId="0" sldId="267"/>
            <ac:picMk id="13" creationId="{00000000-0000-0000-0000-000000000000}"/>
          </ac:picMkLst>
        </pc:picChg>
        <pc:picChg chg="add mod">
          <ac:chgData name="Duong Nguyen" userId="24bc2535d2960a43" providerId="LiveId" clId="{65A1C03F-7BBA-4715-9D19-595FCAA258B4}" dt="2026-08-12T07:33:43.505" v="305" actId="14100"/>
          <ac:picMkLst>
            <pc:docMk/>
            <pc:sldMk cId="0" sldId="267"/>
            <ac:picMk id="16" creationId="{E5D4B0D7-50BC-C957-0494-BE270572C114}"/>
          </ac:picMkLst>
        </pc:picChg>
        <pc:picChg chg="add mod">
          <ac:chgData name="Duong Nguyen" userId="24bc2535d2960a43" providerId="LiveId" clId="{65A1C03F-7BBA-4715-9D19-595FCAA258B4}" dt="2026-08-12T09:26:29.281" v="1235" actId="1076"/>
          <ac:picMkLst>
            <pc:docMk/>
            <pc:sldMk cId="0" sldId="267"/>
            <ac:picMk id="18" creationId="{DBE58344-5B9D-E67D-9AA1-3A0EFDF71FB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2.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3.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2.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6.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18" Type="http://schemas.openxmlformats.org/officeDocument/2006/relationships/image" Target="../media/image60.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17" Type="http://schemas.openxmlformats.org/officeDocument/2006/relationships/image" Target="../media/image59.png"/><Relationship Id="rId2" Type="http://schemas.openxmlformats.org/officeDocument/2006/relationships/image" Target="../media/image17.png"/><Relationship Id="rId16" Type="http://schemas.openxmlformats.org/officeDocument/2006/relationships/image" Target="../media/image58.png"/><Relationship Id="rId20"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5" Type="http://schemas.openxmlformats.org/officeDocument/2006/relationships/image" Target="../media/image57.png"/><Relationship Id="rId10" Type="http://schemas.openxmlformats.org/officeDocument/2006/relationships/image" Target="../media/image52.png"/><Relationship Id="rId19" Type="http://schemas.openxmlformats.org/officeDocument/2006/relationships/image" Target="../media/image2.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56.png"/></Relationships>
</file>

<file path=ppt/slides/_rels/slide7.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3.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image" Target="../media/image17.png"/><Relationship Id="rId16" Type="http://schemas.openxmlformats.org/officeDocument/2006/relationships/image" Target="../media/image74.png"/><Relationship Id="rId1" Type="http://schemas.openxmlformats.org/officeDocument/2006/relationships/slideLayout" Target="../slideLayouts/slideLayout7.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19" Type="http://schemas.openxmlformats.org/officeDocument/2006/relationships/image" Target="../media/image2.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8.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3.png"/><Relationship Id="rId3" Type="http://schemas.openxmlformats.org/officeDocument/2006/relationships/image" Target="../media/image76.png"/><Relationship Id="rId7" Type="http://schemas.openxmlformats.org/officeDocument/2006/relationships/image" Target="../media/image80.png"/><Relationship Id="rId12" Type="http://schemas.openxmlformats.org/officeDocument/2006/relationships/image" Target="../media/image85.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89.png"/><Relationship Id="rId5" Type="http://schemas.openxmlformats.org/officeDocument/2006/relationships/image" Target="../media/image88.png"/><Relationship Id="rId10" Type="http://schemas.openxmlformats.org/officeDocument/2006/relationships/image" Target="../media/image2.png"/><Relationship Id="rId4" Type="http://schemas.openxmlformats.org/officeDocument/2006/relationships/image" Target="../media/image87.png"/><Relationship Id="rId9"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2.png"/><Relationship Id="rId3" Type="http://schemas.openxmlformats.org/officeDocument/2006/relationships/image" Target="../media/image92.png"/><Relationship Id="rId7" Type="http://schemas.openxmlformats.org/officeDocument/2006/relationships/image" Target="../media/image96.png"/><Relationship Id="rId12" Type="http://schemas.openxmlformats.org/officeDocument/2006/relationships/image" Target="../media/image101.png"/><Relationship Id="rId17" Type="http://schemas.openxmlformats.org/officeDocument/2006/relationships/image" Target="../media/image2.png"/><Relationship Id="rId2" Type="http://schemas.openxmlformats.org/officeDocument/2006/relationships/image" Target="../media/image17.png"/><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5.png"/><Relationship Id="rId11" Type="http://schemas.openxmlformats.org/officeDocument/2006/relationships/image" Target="../media/image100.png"/><Relationship Id="rId5" Type="http://schemas.openxmlformats.org/officeDocument/2006/relationships/image" Target="../media/image94.png"/><Relationship Id="rId15" Type="http://schemas.openxmlformats.org/officeDocument/2006/relationships/image" Target="../media/image104.png"/><Relationship Id="rId10" Type="http://schemas.openxmlformats.org/officeDocument/2006/relationships/image" Target="../media/image99.png"/><Relationship Id="rId4" Type="http://schemas.openxmlformats.org/officeDocument/2006/relationships/image" Target="../media/image93.png"/><Relationship Id="rId9" Type="http://schemas.openxmlformats.org/officeDocument/2006/relationships/image" Target="../media/image98.png"/><Relationship Id="rId14" Type="http://schemas.openxmlformats.org/officeDocument/2006/relationships/image" Target="../media/image103.png"/></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59173"/>
            <a:ext cx="12192000" cy="7160607"/>
          </a:xfrm>
          <a:prstGeom prst="rect">
            <a:avLst/>
          </a:prstGeom>
        </p:spPr>
      </p:pic>
      <p:sp>
        <p:nvSpPr>
          <p:cNvPr id="5" name="TextBox 4"/>
          <p:cNvSpPr txBox="1"/>
          <p:nvPr/>
        </p:nvSpPr>
        <p:spPr>
          <a:xfrm>
            <a:off x="837690" y="2692747"/>
            <a:ext cx="10516470" cy="527580"/>
          </a:xfrm>
          <a:prstGeom prst="rect">
            <a:avLst/>
          </a:prstGeom>
          <a:noFill/>
        </p:spPr>
        <p:txBody>
          <a:bodyPr wrap="square" lIns="0" tIns="0" rIns="0" bIns="0" anchor="t">
            <a:spAutoFit/>
          </a:bodyPr>
          <a:lstStyle/>
          <a:p>
            <a:pPr algn="ctr">
              <a:lnSpc>
                <a:spcPts val="4484"/>
              </a:lnSpc>
            </a:pPr>
            <a:r>
              <a:rPr sz="2800" b="1">
                <a:solidFill>
                  <a:srgbClr val="FFFFFF"/>
                </a:solidFill>
                <a:latin typeface="Inter"/>
                <a:ea typeface="Calibri" panose="020F0502020204030204" pitchFamily="34" charset="0"/>
                <a:cs typeface="Calibri" panose="020F0502020204030204" pitchFamily="34" charset="0"/>
              </a:rPr>
              <a:t>DỊCH VỤ TƯ VẤN PHÁP LÝ THƯỜNG XUYÊN</a:t>
            </a:r>
          </a:p>
        </p:txBody>
      </p:sp>
      <p:sp>
        <p:nvSpPr>
          <p:cNvPr id="6" name="TextBox 5"/>
          <p:cNvSpPr txBox="1"/>
          <p:nvPr/>
        </p:nvSpPr>
        <p:spPr>
          <a:xfrm>
            <a:off x="1905000" y="3452812"/>
            <a:ext cx="8382000" cy="578941"/>
          </a:xfrm>
          <a:prstGeom prst="rect">
            <a:avLst/>
          </a:prstGeom>
          <a:noFill/>
        </p:spPr>
        <p:txBody>
          <a:bodyPr wrap="square" lIns="0" tIns="0" rIns="0" bIns="0" anchor="t">
            <a:spAutoFit/>
          </a:bodyPr>
          <a:lstStyle/>
          <a:p>
            <a:pPr algn="ctr">
              <a:lnSpc>
                <a:spcPts val="2279"/>
              </a:lnSpc>
            </a:pPr>
            <a:r>
              <a:rPr sz="1425" b="0" i="0" u="none">
                <a:solidFill>
                  <a:srgbClr val="D9D9D9"/>
                </a:solidFill>
                <a:latin typeface="Inter"/>
              </a:rPr>
              <a:t>Đồng hành pháp lý dài hạn – Chủ động phòng ngừa rủi ro – Hỗ trợ doanh nghiệp phát triển bền vững</a:t>
            </a:r>
          </a:p>
        </p:txBody>
      </p:sp>
      <p:pic>
        <p:nvPicPr>
          <p:cNvPr id="10" name="Picture 9">
            <a:extLst>
              <a:ext uri="{FF2B5EF4-FFF2-40B4-BE49-F238E27FC236}">
                <a16:creationId xmlns:a16="http://schemas.microsoft.com/office/drawing/2014/main" id="{64503837-2F26-8068-101A-32B35E2197AE}"/>
              </a:ext>
            </a:extLst>
          </p:cNvPr>
          <p:cNvPicPr>
            <a:picLocks noChangeAspect="1"/>
          </p:cNvPicPr>
          <p:nvPr/>
        </p:nvPicPr>
        <p:blipFill>
          <a:blip r:embed="rId3"/>
          <a:stretch>
            <a:fillRect/>
          </a:stretch>
        </p:blipFill>
        <p:spPr>
          <a:xfrm>
            <a:off x="4315270" y="-108498"/>
            <a:ext cx="3561310" cy="3561310"/>
          </a:xfrm>
          <a:prstGeom prst="rect">
            <a:avLst/>
          </a:prstGeom>
        </p:spPr>
      </p:pic>
      <p:pic>
        <p:nvPicPr>
          <p:cNvPr id="12" name="Picture 11">
            <a:extLst>
              <a:ext uri="{FF2B5EF4-FFF2-40B4-BE49-F238E27FC236}">
                <a16:creationId xmlns:a16="http://schemas.microsoft.com/office/drawing/2014/main" id="{4378A4DD-D475-1FD8-D79B-402E36CD08AE}"/>
              </a:ext>
            </a:extLst>
          </p:cNvPr>
          <p:cNvPicPr>
            <a:picLocks noChangeAspect="1"/>
          </p:cNvPicPr>
          <p:nvPr/>
        </p:nvPicPr>
        <p:blipFill>
          <a:blip r:embed="rId4"/>
          <a:stretch>
            <a:fillRect/>
          </a:stretch>
        </p:blipFill>
        <p:spPr>
          <a:xfrm>
            <a:off x="9715500" y="273844"/>
            <a:ext cx="2347800" cy="1552778"/>
          </a:xfrm>
          <a:prstGeom prst="rect">
            <a:avLst/>
          </a:prstGeom>
        </p:spPr>
      </p:pic>
      <p:sp>
        <p:nvSpPr>
          <p:cNvPr id="14" name="TextBox 13">
            <a:extLst>
              <a:ext uri="{FF2B5EF4-FFF2-40B4-BE49-F238E27FC236}">
                <a16:creationId xmlns:a16="http://schemas.microsoft.com/office/drawing/2014/main" id="{D5D7319A-2AE4-85C5-9AEF-5F7ADAFE260A}"/>
              </a:ext>
            </a:extLst>
          </p:cNvPr>
          <p:cNvSpPr txBox="1"/>
          <p:nvPr/>
        </p:nvSpPr>
        <p:spPr>
          <a:xfrm>
            <a:off x="1904925" y="4302619"/>
            <a:ext cx="8382000" cy="269433"/>
          </a:xfrm>
          <a:prstGeom prst="rect">
            <a:avLst/>
          </a:prstGeom>
          <a:noFill/>
        </p:spPr>
        <p:txBody>
          <a:bodyPr wrap="square" lIns="0" tIns="0" rIns="0" bIns="0" anchor="t">
            <a:spAutoFit/>
          </a:bodyPr>
          <a:lstStyle/>
          <a:p>
            <a:pPr algn="ctr">
              <a:lnSpc>
                <a:spcPts val="2279"/>
              </a:lnSpc>
            </a:pPr>
            <a:r>
              <a:rPr lang="vi-VN" sz="1425" b="1" i="0" u="none">
                <a:solidFill>
                  <a:srgbClr val="FFBD59"/>
                </a:solidFill>
                <a:latin typeface="Inter"/>
              </a:rPr>
              <a:t>Luật sư đồng hành cùng doanh nghiệp trong mọi quyết định kinh doanh</a:t>
            </a:r>
            <a:endParaRPr sz="1425" b="1" i="0" u="none">
              <a:solidFill>
                <a:srgbClr val="FFBD59"/>
              </a:solidFill>
              <a:latin typeface="Inter"/>
            </a:endParaRPr>
          </a:p>
        </p:txBody>
      </p:sp>
      <p:cxnSp>
        <p:nvCxnSpPr>
          <p:cNvPr id="16" name="Straight Connector 15">
            <a:extLst>
              <a:ext uri="{FF2B5EF4-FFF2-40B4-BE49-F238E27FC236}">
                <a16:creationId xmlns:a16="http://schemas.microsoft.com/office/drawing/2014/main" id="{03CF2DBE-FD1E-2BE1-1B19-61BBA1499E78}"/>
              </a:ext>
            </a:extLst>
          </p:cNvPr>
          <p:cNvCxnSpPr/>
          <p:nvPr/>
        </p:nvCxnSpPr>
        <p:spPr>
          <a:xfrm>
            <a:off x="2847975" y="4114800"/>
            <a:ext cx="6410325" cy="0"/>
          </a:xfrm>
          <a:prstGeom prst="line">
            <a:avLst/>
          </a:prstGeom>
          <a:ln w="6350">
            <a:solidFill>
              <a:srgbClr val="FFBD5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38875" y="2155031"/>
            <a:ext cx="5429250" cy="3138487"/>
          </a:xfrm>
          <a:prstGeom prst="rect">
            <a:avLst/>
          </a:prstGeom>
        </p:spPr>
      </p:pic>
      <p:pic>
        <p:nvPicPr>
          <p:cNvPr id="4" name="Picture 3" descr="image.png"/>
          <p:cNvPicPr>
            <a:picLocks noChangeAspect="1"/>
          </p:cNvPicPr>
          <p:nvPr/>
        </p:nvPicPr>
        <p:blipFill>
          <a:blip r:embed="rId4"/>
          <a:stretch>
            <a:fillRect/>
          </a:stretch>
        </p:blipFill>
        <p:spPr>
          <a:xfrm>
            <a:off x="6553200" y="4617243"/>
            <a:ext cx="1524000" cy="361950"/>
          </a:xfrm>
          <a:prstGeom prst="rect">
            <a:avLst/>
          </a:prstGeom>
        </p:spPr>
      </p:pic>
      <p:pic>
        <p:nvPicPr>
          <p:cNvPr id="5" name="Picture 4" descr="image.png"/>
          <p:cNvPicPr>
            <a:picLocks noChangeAspect="1"/>
          </p:cNvPicPr>
          <p:nvPr/>
        </p:nvPicPr>
        <p:blipFill>
          <a:blip r:embed="rId5"/>
          <a:stretch>
            <a:fillRect/>
          </a:stretch>
        </p:blipFill>
        <p:spPr>
          <a:xfrm>
            <a:off x="8191500" y="4617243"/>
            <a:ext cx="1524000" cy="361950"/>
          </a:xfrm>
          <a:prstGeom prst="rect">
            <a:avLst/>
          </a:prstGeom>
        </p:spPr>
      </p:pic>
      <p:pic>
        <p:nvPicPr>
          <p:cNvPr id="6" name="Picture 5" descr="image.png"/>
          <p:cNvPicPr>
            <a:picLocks noChangeAspect="1"/>
          </p:cNvPicPr>
          <p:nvPr/>
        </p:nvPicPr>
        <p:blipFill>
          <a:blip r:embed="rId6"/>
          <a:stretch>
            <a:fillRect/>
          </a:stretch>
        </p:blipFill>
        <p:spPr>
          <a:xfrm>
            <a:off x="9829800" y="4617243"/>
            <a:ext cx="1524000" cy="361950"/>
          </a:xfrm>
          <a:prstGeom prst="rect">
            <a:avLst/>
          </a:prstGeom>
        </p:spPr>
      </p:pic>
      <p:sp>
        <p:nvSpPr>
          <p:cNvPr id="7" name="TextBox 6"/>
          <p:cNvSpPr txBox="1"/>
          <p:nvPr/>
        </p:nvSpPr>
        <p:spPr>
          <a:xfrm>
            <a:off x="523875" y="1246769"/>
            <a:ext cx="11668125" cy="381000"/>
          </a:xfrm>
          <a:prstGeom prst="rect">
            <a:avLst/>
          </a:prstGeom>
          <a:noFill/>
        </p:spPr>
        <p:txBody>
          <a:bodyPr wrap="square" lIns="0" tIns="0" rIns="0" bIns="0" anchor="ctr">
            <a:spAutoFit/>
          </a:bodyPr>
          <a:lstStyle/>
          <a:p>
            <a:pPr algn="l">
              <a:lnSpc>
                <a:spcPts val="3000"/>
              </a:lnSpc>
            </a:pPr>
            <a:r>
              <a:rPr sz="2400" b="0" i="0" u="none">
                <a:solidFill>
                  <a:srgbClr val="026B9A"/>
                </a:solidFill>
                <a:latin typeface="Plus Jakarta Sans ExtraBold"/>
              </a:rPr>
              <a:t>Doanh Nghiệp Có Thực Sự Cần Luật Sư Thường Xuyên?</a:t>
            </a:r>
          </a:p>
        </p:txBody>
      </p:sp>
      <p:sp>
        <p:nvSpPr>
          <p:cNvPr id="8" name="Rounded Rectangle 7"/>
          <p:cNvSpPr/>
          <p:nvPr/>
        </p:nvSpPr>
        <p:spPr>
          <a:xfrm>
            <a:off x="523875" y="809625"/>
            <a:ext cx="2959303" cy="28575"/>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7"/>
          <a:stretch>
            <a:fillRect/>
          </a:stretch>
        </p:blipFill>
        <p:spPr>
          <a:xfrm>
            <a:off x="733425" y="2316956"/>
            <a:ext cx="171450" cy="171450"/>
          </a:xfrm>
          <a:prstGeom prst="rect">
            <a:avLst/>
          </a:prstGeom>
        </p:spPr>
      </p:pic>
      <p:sp>
        <p:nvSpPr>
          <p:cNvPr id="10" name="TextBox 9"/>
          <p:cNvSpPr txBox="1"/>
          <p:nvPr/>
        </p:nvSpPr>
        <p:spPr>
          <a:xfrm>
            <a:off x="1038225" y="2297906"/>
            <a:ext cx="4733925" cy="396327"/>
          </a:xfrm>
          <a:prstGeom prst="rect">
            <a:avLst/>
          </a:prstGeom>
          <a:noFill/>
        </p:spPr>
        <p:txBody>
          <a:bodyPr wrap="square" lIns="0" tIns="0" rIns="0" bIns="0" anchor="t">
            <a:spAutoFit/>
          </a:bodyPr>
          <a:lstStyle/>
          <a:p>
            <a:pPr algn="just">
              <a:lnSpc>
                <a:spcPts val="1627"/>
              </a:lnSpc>
            </a:pPr>
            <a:r>
              <a:rPr sz="1200" b="0" i="0" u="none">
                <a:solidFill>
                  <a:srgbClr val="1E293B"/>
                </a:solidFill>
                <a:latin typeface="Inter Medium"/>
              </a:rPr>
              <a:t>Phát sinh vấn đề pháp lý liên tục nhưng không đủ nhu cầu duy trì bộ phận pháp chế nội bộ </a:t>
            </a:r>
            <a:r>
              <a:rPr lang="vi-VN" sz="1200" b="0" i="0" u="none">
                <a:solidFill>
                  <a:srgbClr val="1E293B"/>
                </a:solidFill>
                <a:latin typeface="Inter Medium"/>
              </a:rPr>
              <a:t>với chi phí lớn</a:t>
            </a:r>
            <a:r>
              <a:rPr sz="1200" b="0" i="0" u="none">
                <a:solidFill>
                  <a:srgbClr val="1E293B"/>
                </a:solidFill>
                <a:latin typeface="Inter Medium"/>
              </a:rPr>
              <a:t>.</a:t>
            </a:r>
          </a:p>
        </p:txBody>
      </p:sp>
      <p:pic>
        <p:nvPicPr>
          <p:cNvPr id="11" name="Picture 10" descr="image.png"/>
          <p:cNvPicPr>
            <a:picLocks noChangeAspect="1"/>
          </p:cNvPicPr>
          <p:nvPr/>
        </p:nvPicPr>
        <p:blipFill>
          <a:blip r:embed="rId8"/>
          <a:stretch>
            <a:fillRect/>
          </a:stretch>
        </p:blipFill>
        <p:spPr>
          <a:xfrm>
            <a:off x="733425" y="3130153"/>
            <a:ext cx="190500" cy="171450"/>
          </a:xfrm>
          <a:prstGeom prst="rect">
            <a:avLst/>
          </a:prstGeom>
        </p:spPr>
      </p:pic>
      <p:sp>
        <p:nvSpPr>
          <p:cNvPr id="12" name="TextBox 11"/>
          <p:cNvSpPr txBox="1"/>
          <p:nvPr/>
        </p:nvSpPr>
        <p:spPr>
          <a:xfrm>
            <a:off x="1057275" y="3111103"/>
            <a:ext cx="4714875" cy="396327"/>
          </a:xfrm>
          <a:prstGeom prst="rect">
            <a:avLst/>
          </a:prstGeom>
          <a:noFill/>
        </p:spPr>
        <p:txBody>
          <a:bodyPr wrap="square" lIns="0" tIns="0" rIns="0" bIns="0" anchor="t">
            <a:spAutoFit/>
          </a:bodyPr>
          <a:lstStyle/>
          <a:p>
            <a:pPr algn="just">
              <a:lnSpc>
                <a:spcPts val="1627"/>
              </a:lnSpc>
            </a:pPr>
            <a:r>
              <a:rPr sz="1200" b="0" i="0" u="none">
                <a:solidFill>
                  <a:srgbClr val="1E293B"/>
                </a:solidFill>
                <a:latin typeface="Inter Medium"/>
              </a:rPr>
              <a:t>Quyết định kinh doanh &amp; hợp đồng được ký kết trước khi kịp đánh giá toàn diện các rủi ro.</a:t>
            </a:r>
          </a:p>
        </p:txBody>
      </p:sp>
      <p:pic>
        <p:nvPicPr>
          <p:cNvPr id="13" name="Picture 12" descr="image.png"/>
          <p:cNvPicPr>
            <a:picLocks noChangeAspect="1"/>
          </p:cNvPicPr>
          <p:nvPr/>
        </p:nvPicPr>
        <p:blipFill>
          <a:blip r:embed="rId9"/>
          <a:stretch>
            <a:fillRect/>
          </a:stretch>
        </p:blipFill>
        <p:spPr>
          <a:xfrm>
            <a:off x="733425" y="3943350"/>
            <a:ext cx="219075" cy="171450"/>
          </a:xfrm>
          <a:prstGeom prst="rect">
            <a:avLst/>
          </a:prstGeom>
        </p:spPr>
      </p:pic>
      <p:sp>
        <p:nvSpPr>
          <p:cNvPr id="14" name="TextBox 13"/>
          <p:cNvSpPr txBox="1"/>
          <p:nvPr/>
        </p:nvSpPr>
        <p:spPr>
          <a:xfrm>
            <a:off x="1085850" y="3924300"/>
            <a:ext cx="4686300" cy="399725"/>
          </a:xfrm>
          <a:prstGeom prst="rect">
            <a:avLst/>
          </a:prstGeom>
          <a:noFill/>
        </p:spPr>
        <p:txBody>
          <a:bodyPr wrap="square" lIns="0" tIns="0" rIns="0" bIns="0" anchor="t">
            <a:spAutoFit/>
          </a:bodyPr>
          <a:lstStyle/>
          <a:p>
            <a:pPr algn="just">
              <a:lnSpc>
                <a:spcPts val="1627"/>
              </a:lnSpc>
            </a:pPr>
            <a:r>
              <a:rPr sz="1200" b="0" i="0" u="none">
                <a:solidFill>
                  <a:srgbClr val="1E293B"/>
                </a:solidFill>
                <a:latin typeface="Inter Medium"/>
              </a:rPr>
              <a:t>Rắc rối về lao động, quản trị, thuế, giấy phép &amp; tuân thủ nảy sinh thường nhật.</a:t>
            </a:r>
          </a:p>
        </p:txBody>
      </p:sp>
      <p:pic>
        <p:nvPicPr>
          <p:cNvPr id="15" name="Picture 14" descr="image.png"/>
          <p:cNvPicPr>
            <a:picLocks noChangeAspect="1"/>
          </p:cNvPicPr>
          <p:nvPr/>
        </p:nvPicPr>
        <p:blipFill>
          <a:blip r:embed="rId10"/>
          <a:stretch>
            <a:fillRect/>
          </a:stretch>
        </p:blipFill>
        <p:spPr>
          <a:xfrm>
            <a:off x="733425" y="4756546"/>
            <a:ext cx="171450" cy="171450"/>
          </a:xfrm>
          <a:prstGeom prst="rect">
            <a:avLst/>
          </a:prstGeom>
        </p:spPr>
      </p:pic>
      <p:sp>
        <p:nvSpPr>
          <p:cNvPr id="16" name="TextBox 15"/>
          <p:cNvSpPr txBox="1"/>
          <p:nvPr/>
        </p:nvSpPr>
        <p:spPr>
          <a:xfrm>
            <a:off x="1038225" y="4737496"/>
            <a:ext cx="4733925" cy="396327"/>
          </a:xfrm>
          <a:prstGeom prst="rect">
            <a:avLst/>
          </a:prstGeom>
          <a:noFill/>
        </p:spPr>
        <p:txBody>
          <a:bodyPr wrap="square" lIns="0" tIns="0" rIns="0" bIns="0" anchor="t">
            <a:spAutoFit/>
          </a:bodyPr>
          <a:lstStyle/>
          <a:p>
            <a:pPr algn="just">
              <a:lnSpc>
                <a:spcPts val="1627"/>
              </a:lnSpc>
            </a:pPr>
            <a:r>
              <a:rPr sz="1200" b="0" i="0" u="none">
                <a:solidFill>
                  <a:srgbClr val="1E293B"/>
                </a:solidFill>
                <a:latin typeface="Inter Medium"/>
              </a:rPr>
              <a:t>Khi tranh chấp xảy ra mới tìm Luật sư thì chi phí và quy trình xử lý đã trở nên vô cùng phức tạp.</a:t>
            </a:r>
          </a:p>
        </p:txBody>
      </p:sp>
      <p:sp>
        <p:nvSpPr>
          <p:cNvPr id="17" name="TextBox 16"/>
          <p:cNvSpPr txBox="1"/>
          <p:nvPr/>
        </p:nvSpPr>
        <p:spPr>
          <a:xfrm>
            <a:off x="6855172" y="2469356"/>
            <a:ext cx="4723559" cy="266700"/>
          </a:xfrm>
          <a:prstGeom prst="rect">
            <a:avLst/>
          </a:prstGeom>
          <a:noFill/>
        </p:spPr>
        <p:txBody>
          <a:bodyPr wrap="square" lIns="0" tIns="0" rIns="0" bIns="0" anchor="ctr">
            <a:spAutoFit/>
          </a:bodyPr>
          <a:lstStyle/>
          <a:p>
            <a:pPr algn="l"/>
            <a:r>
              <a:rPr sz="1650" b="1" i="0" u="none">
                <a:solidFill>
                  <a:srgbClr val="FFBD59"/>
                </a:solidFill>
                <a:latin typeface="Plus Jakarta Sans"/>
              </a:rPr>
              <a:t>Thông Điệp Cốt Lõi</a:t>
            </a:r>
          </a:p>
        </p:txBody>
      </p:sp>
      <p:sp>
        <p:nvSpPr>
          <p:cNvPr id="18" name="TextBox 17"/>
          <p:cNvSpPr txBox="1"/>
          <p:nvPr/>
        </p:nvSpPr>
        <p:spPr>
          <a:xfrm>
            <a:off x="6553200" y="2878931"/>
            <a:ext cx="4800600" cy="731341"/>
          </a:xfrm>
          <a:prstGeom prst="rect">
            <a:avLst/>
          </a:prstGeom>
          <a:noFill/>
        </p:spPr>
        <p:txBody>
          <a:bodyPr wrap="square" lIns="0" tIns="0" rIns="0" bIns="0" anchor="t">
            <a:spAutoFit/>
          </a:bodyPr>
          <a:lstStyle/>
          <a:p>
            <a:pPr algn="just">
              <a:lnSpc>
                <a:spcPts val="1920"/>
              </a:lnSpc>
            </a:pPr>
            <a:r>
              <a:rPr sz="1200" b="0" i="0" u="none">
                <a:solidFill>
                  <a:srgbClr val="FFFFFF"/>
                </a:solidFill>
                <a:latin typeface="Inter"/>
              </a:rPr>
              <a:t>Pháp lý hiệu quả không chỉ là giải quyết tranh chấp khi vấn đề đã xảy ra, mà quan trọng hơn là </a:t>
            </a:r>
            <a:r>
              <a:rPr sz="1200" b="1" i="0" u="none">
                <a:solidFill>
                  <a:srgbClr val="FFFFFF"/>
                </a:solidFill>
                <a:latin typeface="Inter"/>
              </a:rPr>
              <a:t>nhận diện &amp; kiểm soát rủi ro</a:t>
            </a:r>
            <a:r>
              <a:rPr sz="1200" b="0" i="0" u="none">
                <a:solidFill>
                  <a:srgbClr val="FFFFFF"/>
                </a:solidFill>
                <a:latin typeface="Inter"/>
              </a:rPr>
              <a:t> trước khi chúng trở thành gánh nặng cho doanh nghiệp.</a:t>
            </a:r>
          </a:p>
        </p:txBody>
      </p:sp>
      <p:pic>
        <p:nvPicPr>
          <p:cNvPr id="19" name="Picture 18" descr="image.png"/>
          <p:cNvPicPr>
            <a:picLocks noChangeAspect="1"/>
          </p:cNvPicPr>
          <p:nvPr/>
        </p:nvPicPr>
        <p:blipFill>
          <a:blip r:embed="rId11"/>
          <a:stretch>
            <a:fillRect/>
          </a:stretch>
        </p:blipFill>
        <p:spPr>
          <a:xfrm>
            <a:off x="6553200" y="2497931"/>
            <a:ext cx="206722" cy="209550"/>
          </a:xfrm>
          <a:prstGeom prst="rect">
            <a:avLst/>
          </a:prstGeom>
        </p:spPr>
      </p:pic>
      <p:pic>
        <p:nvPicPr>
          <p:cNvPr id="20" name="Picture 19" descr="image.png"/>
          <p:cNvPicPr>
            <a:picLocks noChangeAspect="1"/>
          </p:cNvPicPr>
          <p:nvPr/>
        </p:nvPicPr>
        <p:blipFill>
          <a:blip r:embed="rId12"/>
          <a:stretch>
            <a:fillRect/>
          </a:stretch>
        </p:blipFill>
        <p:spPr>
          <a:xfrm>
            <a:off x="6762750" y="4736306"/>
            <a:ext cx="142875" cy="123825"/>
          </a:xfrm>
          <a:prstGeom prst="rect">
            <a:avLst/>
          </a:prstGeom>
        </p:spPr>
      </p:pic>
      <p:pic>
        <p:nvPicPr>
          <p:cNvPr id="21" name="Picture 20" descr="image.png"/>
          <p:cNvPicPr>
            <a:picLocks noChangeAspect="1"/>
          </p:cNvPicPr>
          <p:nvPr/>
        </p:nvPicPr>
        <p:blipFill>
          <a:blip r:embed="rId13"/>
          <a:stretch>
            <a:fillRect/>
          </a:stretch>
        </p:blipFill>
        <p:spPr>
          <a:xfrm>
            <a:off x="8467725" y="4736306"/>
            <a:ext cx="104775" cy="123825"/>
          </a:xfrm>
          <a:prstGeom prst="rect">
            <a:avLst/>
          </a:prstGeom>
        </p:spPr>
      </p:pic>
      <p:pic>
        <p:nvPicPr>
          <p:cNvPr id="22" name="Picture 21" descr="image.png"/>
          <p:cNvPicPr>
            <a:picLocks noChangeAspect="1"/>
          </p:cNvPicPr>
          <p:nvPr/>
        </p:nvPicPr>
        <p:blipFill>
          <a:blip r:embed="rId14"/>
          <a:stretch>
            <a:fillRect/>
          </a:stretch>
        </p:blipFill>
        <p:spPr>
          <a:xfrm>
            <a:off x="10096500" y="4736306"/>
            <a:ext cx="123825" cy="123825"/>
          </a:xfrm>
          <a:prstGeom prst="rect">
            <a:avLst/>
          </a:prstGeom>
        </p:spPr>
      </p:pic>
      <p:pic>
        <p:nvPicPr>
          <p:cNvPr id="24" name="Picture 23">
            <a:extLst>
              <a:ext uri="{FF2B5EF4-FFF2-40B4-BE49-F238E27FC236}">
                <a16:creationId xmlns:a16="http://schemas.microsoft.com/office/drawing/2014/main" id="{D075195F-71E7-CB4F-52F5-EE3709D7A0F2}"/>
              </a:ext>
            </a:extLst>
          </p:cNvPr>
          <p:cNvPicPr>
            <a:picLocks noChangeAspect="1"/>
          </p:cNvPicPr>
          <p:nvPr/>
        </p:nvPicPr>
        <p:blipFill>
          <a:blip r:embed="rId15"/>
          <a:stretch>
            <a:fillRect/>
          </a:stretch>
        </p:blipFill>
        <p:spPr>
          <a:xfrm>
            <a:off x="0" y="-175508"/>
            <a:ext cx="1793752" cy="1793752"/>
          </a:xfrm>
          <a:prstGeom prst="rect">
            <a:avLst/>
          </a:prstGeom>
        </p:spPr>
      </p:pic>
      <p:pic>
        <p:nvPicPr>
          <p:cNvPr id="26" name="Picture 25">
            <a:extLst>
              <a:ext uri="{FF2B5EF4-FFF2-40B4-BE49-F238E27FC236}">
                <a16:creationId xmlns:a16="http://schemas.microsoft.com/office/drawing/2014/main" id="{3DA5609D-1B50-3ABC-2E27-CA875233791E}"/>
              </a:ext>
            </a:extLst>
          </p:cNvPr>
          <p:cNvPicPr>
            <a:picLocks noChangeAspect="1"/>
          </p:cNvPicPr>
          <p:nvPr/>
        </p:nvPicPr>
        <p:blipFill>
          <a:blip r:embed="rId16"/>
          <a:stretch>
            <a:fillRect/>
          </a:stretch>
        </p:blipFill>
        <p:spPr>
          <a:xfrm>
            <a:off x="9715500" y="273844"/>
            <a:ext cx="2347800" cy="15527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2950517"/>
            <a:ext cx="3562350" cy="2258020"/>
          </a:xfrm>
          <a:prstGeom prst="rect">
            <a:avLst/>
          </a:prstGeom>
        </p:spPr>
      </p:pic>
      <p:pic>
        <p:nvPicPr>
          <p:cNvPr id="4" name="Picture 3" descr="image.png"/>
          <p:cNvPicPr>
            <a:picLocks noChangeAspect="1"/>
          </p:cNvPicPr>
          <p:nvPr/>
        </p:nvPicPr>
        <p:blipFill>
          <a:blip r:embed="rId4"/>
          <a:stretch>
            <a:fillRect/>
          </a:stretch>
        </p:blipFill>
        <p:spPr>
          <a:xfrm>
            <a:off x="4314825" y="2950517"/>
            <a:ext cx="3562350" cy="2258020"/>
          </a:xfrm>
          <a:prstGeom prst="rect">
            <a:avLst/>
          </a:prstGeom>
        </p:spPr>
      </p:pic>
      <p:pic>
        <p:nvPicPr>
          <p:cNvPr id="5" name="Picture 4" descr="image.png"/>
          <p:cNvPicPr>
            <a:picLocks noChangeAspect="1"/>
          </p:cNvPicPr>
          <p:nvPr/>
        </p:nvPicPr>
        <p:blipFill>
          <a:blip r:embed="rId5"/>
          <a:stretch>
            <a:fillRect/>
          </a:stretch>
        </p:blipFill>
        <p:spPr>
          <a:xfrm>
            <a:off x="8105775" y="2950517"/>
            <a:ext cx="3562350" cy="2258020"/>
          </a:xfrm>
          <a:prstGeom prst="rect">
            <a:avLst/>
          </a:prstGeom>
        </p:spPr>
      </p:pic>
      <p:sp>
        <p:nvSpPr>
          <p:cNvPr id="6" name="TextBox 5"/>
          <p:cNvSpPr txBox="1"/>
          <p:nvPr/>
        </p:nvSpPr>
        <p:spPr>
          <a:xfrm>
            <a:off x="523875" y="1266825"/>
            <a:ext cx="11668125" cy="381000"/>
          </a:xfrm>
          <a:prstGeom prst="rect">
            <a:avLst/>
          </a:prstGeom>
          <a:noFill/>
        </p:spPr>
        <p:txBody>
          <a:bodyPr wrap="square" lIns="0" tIns="0" rIns="0" bIns="0" anchor="ctr">
            <a:spAutoFit/>
          </a:bodyPr>
          <a:lstStyle/>
          <a:p>
            <a:pPr algn="l">
              <a:lnSpc>
                <a:spcPts val="3000"/>
              </a:lnSpc>
            </a:pPr>
            <a:r>
              <a:rPr sz="2400" b="0" i="0" u="none">
                <a:solidFill>
                  <a:srgbClr val="026B9A"/>
                </a:solidFill>
                <a:latin typeface="Plus Jakarta Sans ExtraBold"/>
              </a:rPr>
              <a:t>Tư Vấn Pháp Lý Thường Xuyên Là Gì?</a:t>
            </a:r>
          </a:p>
        </p:txBody>
      </p:sp>
      <p:sp>
        <p:nvSpPr>
          <p:cNvPr id="7" name="Rounded Rectangle 6"/>
          <p:cNvSpPr/>
          <p:nvPr/>
        </p:nvSpPr>
        <p:spPr>
          <a:xfrm>
            <a:off x="523875" y="809625"/>
            <a:ext cx="5602490" cy="28575"/>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3875" y="2055514"/>
            <a:ext cx="9525000" cy="487313"/>
          </a:xfrm>
          <a:prstGeom prst="rect">
            <a:avLst/>
          </a:prstGeom>
          <a:noFill/>
        </p:spPr>
        <p:txBody>
          <a:bodyPr wrap="square" lIns="0" tIns="0" rIns="0" bIns="0" anchor="t">
            <a:spAutoFit/>
          </a:bodyPr>
          <a:lstStyle/>
          <a:p>
            <a:pPr algn="just">
              <a:lnSpc>
                <a:spcPts val="1860"/>
              </a:lnSpc>
            </a:pPr>
            <a:r>
              <a:rPr sz="1600" b="0" i="0" u="none">
                <a:solidFill>
                  <a:srgbClr val="475569"/>
                </a:solidFill>
                <a:latin typeface="Inter"/>
              </a:rPr>
              <a:t>Hình thức doanh nghiệp sử dụng dịch vụ của </a:t>
            </a:r>
            <a:r>
              <a:rPr sz="1600" i="0" u="none">
                <a:solidFill>
                  <a:srgbClr val="475569"/>
                </a:solidFill>
                <a:latin typeface="Inter"/>
              </a:rPr>
              <a:t>AD Legal </a:t>
            </a:r>
            <a:r>
              <a:rPr sz="1600" b="0" i="0" u="none">
                <a:solidFill>
                  <a:srgbClr val="475569"/>
                </a:solidFill>
                <a:latin typeface="Inter"/>
              </a:rPr>
              <a:t>theo cơ chế định kỳ, giúp doanh nghiệp liên tục tiếp cận</a:t>
            </a:r>
            <a:r>
              <a:rPr lang="vi-VN" sz="1600" b="0" i="0" u="none">
                <a:solidFill>
                  <a:srgbClr val="475569"/>
                </a:solidFill>
                <a:latin typeface="Inter"/>
              </a:rPr>
              <a:t> và sử dụng dịch vụ từ</a:t>
            </a:r>
            <a:r>
              <a:rPr sz="1600" b="0" i="0" u="none">
                <a:solidFill>
                  <a:srgbClr val="475569"/>
                </a:solidFill>
                <a:latin typeface="Inter"/>
              </a:rPr>
              <a:t> đội ngũ Luật sư chuyên nghiệp như một </a:t>
            </a:r>
            <a:r>
              <a:rPr sz="1600" i="0" u="none">
                <a:solidFill>
                  <a:srgbClr val="475569"/>
                </a:solidFill>
                <a:latin typeface="Inter"/>
              </a:rPr>
              <a:t>Bộ Phận Pháp Chế </a:t>
            </a:r>
            <a:r>
              <a:rPr lang="vi-VN" sz="1600" i="0" u="none">
                <a:solidFill>
                  <a:srgbClr val="475569"/>
                </a:solidFill>
                <a:latin typeface="Inter"/>
              </a:rPr>
              <a:t>bên ngoài doanh nghiệp</a:t>
            </a:r>
            <a:r>
              <a:rPr sz="1600" i="0" u="none">
                <a:solidFill>
                  <a:srgbClr val="475569"/>
                </a:solidFill>
                <a:latin typeface="Inter"/>
              </a:rPr>
              <a:t>.</a:t>
            </a:r>
          </a:p>
        </p:txBody>
      </p:sp>
      <p:pic>
        <p:nvPicPr>
          <p:cNvPr id="9" name="Picture 8" descr="image.png"/>
          <p:cNvPicPr>
            <a:picLocks noChangeAspect="1"/>
          </p:cNvPicPr>
          <p:nvPr/>
        </p:nvPicPr>
        <p:blipFill>
          <a:blip r:embed="rId6"/>
          <a:stretch>
            <a:fillRect/>
          </a:stretch>
        </p:blipFill>
        <p:spPr>
          <a:xfrm>
            <a:off x="762000" y="3226742"/>
            <a:ext cx="552450" cy="552450"/>
          </a:xfrm>
          <a:prstGeom prst="rect">
            <a:avLst/>
          </a:prstGeom>
        </p:spPr>
      </p:pic>
      <p:sp>
        <p:nvSpPr>
          <p:cNvPr id="10" name="TextBox 9"/>
          <p:cNvSpPr txBox="1"/>
          <p:nvPr/>
        </p:nvSpPr>
        <p:spPr>
          <a:xfrm>
            <a:off x="762000" y="3969692"/>
            <a:ext cx="3240405" cy="228600"/>
          </a:xfrm>
          <a:prstGeom prst="rect">
            <a:avLst/>
          </a:prstGeom>
          <a:noFill/>
        </p:spPr>
        <p:txBody>
          <a:bodyPr wrap="square" lIns="0" tIns="0" rIns="0" bIns="0" anchor="t">
            <a:spAutoFit/>
          </a:bodyPr>
          <a:lstStyle/>
          <a:p>
            <a:pPr algn="l"/>
            <a:r>
              <a:rPr sz="1425" b="1" i="0" u="none">
                <a:solidFill>
                  <a:srgbClr val="026B9A"/>
                </a:solidFill>
                <a:latin typeface="Plus Jakarta Sans"/>
              </a:rPr>
              <a:t>01. Chủ Động</a:t>
            </a:r>
          </a:p>
        </p:txBody>
      </p:sp>
      <p:sp>
        <p:nvSpPr>
          <p:cNvPr id="11" name="TextBox 10"/>
          <p:cNvSpPr txBox="1"/>
          <p:nvPr/>
        </p:nvSpPr>
        <p:spPr>
          <a:xfrm>
            <a:off x="762000" y="4312592"/>
            <a:ext cx="3086100" cy="619720"/>
          </a:xfrm>
          <a:prstGeom prst="rect">
            <a:avLst/>
          </a:prstGeom>
          <a:noFill/>
        </p:spPr>
        <p:txBody>
          <a:bodyPr wrap="square" lIns="0" tIns="0" rIns="0" bIns="0" anchor="t">
            <a:spAutoFit/>
          </a:bodyPr>
          <a:lstStyle/>
          <a:p>
            <a:pPr algn="l">
              <a:lnSpc>
                <a:spcPts val="1627"/>
              </a:lnSpc>
            </a:pPr>
            <a:r>
              <a:rPr sz="1200" b="0" i="0" u="none">
                <a:solidFill>
                  <a:srgbClr val="475569"/>
                </a:solidFill>
                <a:latin typeface="Inter"/>
              </a:rPr>
              <a:t>Được tư vấn, đánh giá rủi ro kỹ lưỡng trước khi đưa ra các quyết định kinh doanh hoặc thực hiện giao dịch trọng yếu.</a:t>
            </a:r>
          </a:p>
        </p:txBody>
      </p:sp>
      <p:pic>
        <p:nvPicPr>
          <p:cNvPr id="12" name="Picture 11" descr="image.png"/>
          <p:cNvPicPr>
            <a:picLocks noChangeAspect="1"/>
          </p:cNvPicPr>
          <p:nvPr/>
        </p:nvPicPr>
        <p:blipFill>
          <a:blip r:embed="rId7"/>
          <a:stretch>
            <a:fillRect/>
          </a:stretch>
        </p:blipFill>
        <p:spPr>
          <a:xfrm>
            <a:off x="4552950" y="3226742"/>
            <a:ext cx="552450" cy="552450"/>
          </a:xfrm>
          <a:prstGeom prst="rect">
            <a:avLst/>
          </a:prstGeom>
        </p:spPr>
      </p:pic>
      <p:sp>
        <p:nvSpPr>
          <p:cNvPr id="13" name="TextBox 12"/>
          <p:cNvSpPr txBox="1"/>
          <p:nvPr/>
        </p:nvSpPr>
        <p:spPr>
          <a:xfrm>
            <a:off x="4552950" y="3969692"/>
            <a:ext cx="3240405" cy="228600"/>
          </a:xfrm>
          <a:prstGeom prst="rect">
            <a:avLst/>
          </a:prstGeom>
          <a:noFill/>
        </p:spPr>
        <p:txBody>
          <a:bodyPr wrap="square" lIns="0" tIns="0" rIns="0" bIns="0" anchor="t">
            <a:spAutoFit/>
          </a:bodyPr>
          <a:lstStyle/>
          <a:p>
            <a:pPr algn="l"/>
            <a:r>
              <a:rPr sz="1425" b="1" i="0" u="none">
                <a:solidFill>
                  <a:srgbClr val="026B9A"/>
                </a:solidFill>
                <a:latin typeface="Plus Jakarta Sans"/>
              </a:rPr>
              <a:t>02. Liên Tục</a:t>
            </a:r>
          </a:p>
        </p:txBody>
      </p:sp>
      <p:sp>
        <p:nvSpPr>
          <p:cNvPr id="14" name="TextBox 13"/>
          <p:cNvSpPr txBox="1"/>
          <p:nvPr/>
        </p:nvSpPr>
        <p:spPr>
          <a:xfrm>
            <a:off x="4552950" y="4312592"/>
            <a:ext cx="3086100" cy="619720"/>
          </a:xfrm>
          <a:prstGeom prst="rect">
            <a:avLst/>
          </a:prstGeom>
          <a:noFill/>
        </p:spPr>
        <p:txBody>
          <a:bodyPr wrap="square" lIns="0" tIns="0" rIns="0" bIns="0" anchor="t">
            <a:spAutoFit/>
          </a:bodyPr>
          <a:lstStyle/>
          <a:p>
            <a:pPr algn="l">
              <a:lnSpc>
                <a:spcPts val="1627"/>
              </a:lnSpc>
            </a:pPr>
            <a:r>
              <a:rPr sz="1200" b="0" i="0" u="none">
                <a:solidFill>
                  <a:srgbClr val="475569"/>
                </a:solidFill>
                <a:latin typeface="Inter"/>
              </a:rPr>
              <a:t>Luật sư am hiểu sâu sắc mô hình kinh doanh, quy trình vận hành và lịch sử pháp lý của doanh nghiệp để hỗ trợ liền mạch.</a:t>
            </a:r>
          </a:p>
        </p:txBody>
      </p:sp>
      <p:pic>
        <p:nvPicPr>
          <p:cNvPr id="15" name="Picture 14" descr="image.png"/>
          <p:cNvPicPr>
            <a:picLocks noChangeAspect="1"/>
          </p:cNvPicPr>
          <p:nvPr/>
        </p:nvPicPr>
        <p:blipFill>
          <a:blip r:embed="rId8"/>
          <a:stretch>
            <a:fillRect/>
          </a:stretch>
        </p:blipFill>
        <p:spPr>
          <a:xfrm>
            <a:off x="8343900" y="3226742"/>
            <a:ext cx="552450" cy="552450"/>
          </a:xfrm>
          <a:prstGeom prst="rect">
            <a:avLst/>
          </a:prstGeom>
        </p:spPr>
      </p:pic>
      <p:sp>
        <p:nvSpPr>
          <p:cNvPr id="16" name="TextBox 15"/>
          <p:cNvSpPr txBox="1"/>
          <p:nvPr/>
        </p:nvSpPr>
        <p:spPr>
          <a:xfrm>
            <a:off x="8343900" y="3969692"/>
            <a:ext cx="3240405" cy="228600"/>
          </a:xfrm>
          <a:prstGeom prst="rect">
            <a:avLst/>
          </a:prstGeom>
          <a:noFill/>
        </p:spPr>
        <p:txBody>
          <a:bodyPr wrap="square" lIns="0" tIns="0" rIns="0" bIns="0" anchor="t">
            <a:spAutoFit/>
          </a:bodyPr>
          <a:lstStyle/>
          <a:p>
            <a:pPr algn="l"/>
            <a:r>
              <a:rPr sz="1425" b="1" i="0" u="none">
                <a:solidFill>
                  <a:srgbClr val="026B9A"/>
                </a:solidFill>
                <a:latin typeface="Plus Jakarta Sans"/>
              </a:rPr>
              <a:t>03. Kiểm Soát Chi Phí</a:t>
            </a:r>
          </a:p>
        </p:txBody>
      </p:sp>
      <p:sp>
        <p:nvSpPr>
          <p:cNvPr id="17" name="TextBox 16"/>
          <p:cNvSpPr txBox="1"/>
          <p:nvPr/>
        </p:nvSpPr>
        <p:spPr>
          <a:xfrm>
            <a:off x="8343900" y="4312592"/>
            <a:ext cx="3086100" cy="619720"/>
          </a:xfrm>
          <a:prstGeom prst="rect">
            <a:avLst/>
          </a:prstGeom>
          <a:noFill/>
        </p:spPr>
        <p:txBody>
          <a:bodyPr wrap="square" lIns="0" tIns="0" rIns="0" bIns="0" anchor="t">
            <a:spAutoFit/>
          </a:bodyPr>
          <a:lstStyle/>
          <a:p>
            <a:pPr algn="l">
              <a:lnSpc>
                <a:spcPts val="1627"/>
              </a:lnSpc>
            </a:pPr>
            <a:r>
              <a:rPr sz="1200" b="0" i="0" u="none">
                <a:solidFill>
                  <a:srgbClr val="475569"/>
                </a:solidFill>
                <a:latin typeface="Inter"/>
              </a:rPr>
              <a:t>Chủ động dự toán ngân sách pháp lý cố định hàng tháng/quý, loại bỏ các chi phí đột biến không dự đoán trước.</a:t>
            </a:r>
          </a:p>
        </p:txBody>
      </p:sp>
      <p:pic>
        <p:nvPicPr>
          <p:cNvPr id="18" name="Picture 17" descr="image.png"/>
          <p:cNvPicPr>
            <a:picLocks noChangeAspect="1"/>
          </p:cNvPicPr>
          <p:nvPr/>
        </p:nvPicPr>
        <p:blipFill>
          <a:blip r:embed="rId9"/>
          <a:stretch>
            <a:fillRect/>
          </a:stretch>
        </p:blipFill>
        <p:spPr>
          <a:xfrm>
            <a:off x="914400" y="3379142"/>
            <a:ext cx="247650" cy="247650"/>
          </a:xfrm>
          <a:prstGeom prst="rect">
            <a:avLst/>
          </a:prstGeom>
        </p:spPr>
      </p:pic>
      <p:pic>
        <p:nvPicPr>
          <p:cNvPr id="19" name="Picture 18" descr="image.png"/>
          <p:cNvPicPr>
            <a:picLocks noChangeAspect="1"/>
          </p:cNvPicPr>
          <p:nvPr/>
        </p:nvPicPr>
        <p:blipFill>
          <a:blip r:embed="rId10"/>
          <a:stretch>
            <a:fillRect/>
          </a:stretch>
        </p:blipFill>
        <p:spPr>
          <a:xfrm>
            <a:off x="4705350" y="3379142"/>
            <a:ext cx="247650" cy="247650"/>
          </a:xfrm>
          <a:prstGeom prst="rect">
            <a:avLst/>
          </a:prstGeom>
        </p:spPr>
      </p:pic>
      <p:pic>
        <p:nvPicPr>
          <p:cNvPr id="20" name="Picture 19" descr="image.png"/>
          <p:cNvPicPr>
            <a:picLocks noChangeAspect="1"/>
          </p:cNvPicPr>
          <p:nvPr/>
        </p:nvPicPr>
        <p:blipFill>
          <a:blip r:embed="rId11"/>
          <a:stretch>
            <a:fillRect/>
          </a:stretch>
        </p:blipFill>
        <p:spPr>
          <a:xfrm>
            <a:off x="8482012" y="3379142"/>
            <a:ext cx="276225" cy="247650"/>
          </a:xfrm>
          <a:prstGeom prst="rect">
            <a:avLst/>
          </a:prstGeom>
        </p:spPr>
      </p:pic>
      <p:pic>
        <p:nvPicPr>
          <p:cNvPr id="22" name="Picture 21">
            <a:extLst>
              <a:ext uri="{FF2B5EF4-FFF2-40B4-BE49-F238E27FC236}">
                <a16:creationId xmlns:a16="http://schemas.microsoft.com/office/drawing/2014/main" id="{609D3AD6-C7FD-1DD3-FBD6-570AC719C0EA}"/>
              </a:ext>
            </a:extLst>
          </p:cNvPr>
          <p:cNvPicPr>
            <a:picLocks noChangeAspect="1"/>
          </p:cNvPicPr>
          <p:nvPr/>
        </p:nvPicPr>
        <p:blipFill>
          <a:blip r:embed="rId12"/>
          <a:stretch>
            <a:fillRect/>
          </a:stretch>
        </p:blipFill>
        <p:spPr>
          <a:xfrm>
            <a:off x="0" y="-175508"/>
            <a:ext cx="1793752" cy="1793752"/>
          </a:xfrm>
          <a:prstGeom prst="rect">
            <a:avLst/>
          </a:prstGeom>
        </p:spPr>
      </p:pic>
      <p:pic>
        <p:nvPicPr>
          <p:cNvPr id="24" name="Picture 23">
            <a:extLst>
              <a:ext uri="{FF2B5EF4-FFF2-40B4-BE49-F238E27FC236}">
                <a16:creationId xmlns:a16="http://schemas.microsoft.com/office/drawing/2014/main" id="{7E6F48E4-D88D-C349-9B91-209D39398BED}"/>
              </a:ext>
            </a:extLst>
          </p:cNvPr>
          <p:cNvPicPr>
            <a:picLocks noChangeAspect="1"/>
          </p:cNvPicPr>
          <p:nvPr/>
        </p:nvPicPr>
        <p:blipFill>
          <a:blip r:embed="rId13"/>
          <a:stretch>
            <a:fillRect/>
          </a:stretch>
        </p:blipFill>
        <p:spPr>
          <a:xfrm>
            <a:off x="9715500" y="273844"/>
            <a:ext cx="2347800" cy="155277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707951"/>
            <a:ext cx="5476875" cy="1921073"/>
          </a:xfrm>
          <a:prstGeom prst="rect">
            <a:avLst/>
          </a:prstGeom>
        </p:spPr>
      </p:pic>
      <p:pic>
        <p:nvPicPr>
          <p:cNvPr id="4" name="Picture 3" descr="image.png"/>
          <p:cNvPicPr>
            <a:picLocks noChangeAspect="1"/>
          </p:cNvPicPr>
          <p:nvPr/>
        </p:nvPicPr>
        <p:blipFill>
          <a:blip r:embed="rId4"/>
          <a:stretch>
            <a:fillRect/>
          </a:stretch>
        </p:blipFill>
        <p:spPr>
          <a:xfrm>
            <a:off x="6191250" y="1707951"/>
            <a:ext cx="5476875" cy="1921073"/>
          </a:xfrm>
          <a:prstGeom prst="rect">
            <a:avLst/>
          </a:prstGeom>
        </p:spPr>
      </p:pic>
      <p:pic>
        <p:nvPicPr>
          <p:cNvPr id="5" name="Picture 4" descr="image.png"/>
          <p:cNvPicPr>
            <a:picLocks noChangeAspect="1"/>
          </p:cNvPicPr>
          <p:nvPr/>
        </p:nvPicPr>
        <p:blipFill>
          <a:blip r:embed="rId5"/>
          <a:stretch>
            <a:fillRect/>
          </a:stretch>
        </p:blipFill>
        <p:spPr>
          <a:xfrm>
            <a:off x="523875" y="3819525"/>
            <a:ext cx="5476875" cy="1921073"/>
          </a:xfrm>
          <a:prstGeom prst="rect">
            <a:avLst/>
          </a:prstGeom>
        </p:spPr>
      </p:pic>
      <p:pic>
        <p:nvPicPr>
          <p:cNvPr id="6" name="Picture 5" descr="image.png"/>
          <p:cNvPicPr>
            <a:picLocks noChangeAspect="1"/>
          </p:cNvPicPr>
          <p:nvPr/>
        </p:nvPicPr>
        <p:blipFill>
          <a:blip r:embed="rId6"/>
          <a:stretch>
            <a:fillRect/>
          </a:stretch>
        </p:blipFill>
        <p:spPr>
          <a:xfrm>
            <a:off x="6191250" y="3819525"/>
            <a:ext cx="5476875" cy="1921073"/>
          </a:xfrm>
          <a:prstGeom prst="rect">
            <a:avLst/>
          </a:prstGeom>
        </p:spPr>
      </p:pic>
      <p:sp>
        <p:nvSpPr>
          <p:cNvPr id="7" name="TextBox 6"/>
          <p:cNvSpPr txBox="1"/>
          <p:nvPr/>
        </p:nvSpPr>
        <p:spPr>
          <a:xfrm>
            <a:off x="523875" y="1141995"/>
            <a:ext cx="11668125" cy="381000"/>
          </a:xfrm>
          <a:prstGeom prst="rect">
            <a:avLst/>
          </a:prstGeom>
          <a:noFill/>
        </p:spPr>
        <p:txBody>
          <a:bodyPr wrap="square" lIns="0" tIns="0" rIns="0" bIns="0" anchor="ctr">
            <a:spAutoFit/>
          </a:bodyPr>
          <a:lstStyle/>
          <a:p>
            <a:pPr algn="l">
              <a:lnSpc>
                <a:spcPts val="3000"/>
              </a:lnSpc>
            </a:pPr>
            <a:r>
              <a:rPr sz="2400" b="0" i="0" u="none">
                <a:solidFill>
                  <a:srgbClr val="026B9A"/>
                </a:solidFill>
                <a:latin typeface="Plus Jakarta Sans ExtraBold"/>
              </a:rPr>
              <a:t>Phạm Vi Hỗ Trợ Trọng Tâm (Phần 1)</a:t>
            </a:r>
          </a:p>
        </p:txBody>
      </p:sp>
      <p:sp>
        <p:nvSpPr>
          <p:cNvPr id="8" name="Rounded Rectangle 7"/>
          <p:cNvSpPr/>
          <p:nvPr/>
        </p:nvSpPr>
        <p:spPr>
          <a:xfrm>
            <a:off x="523875" y="809625"/>
            <a:ext cx="6018761" cy="28575"/>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7"/>
          <a:stretch>
            <a:fillRect/>
          </a:stretch>
        </p:blipFill>
        <p:spPr>
          <a:xfrm>
            <a:off x="723900" y="1907976"/>
            <a:ext cx="342900" cy="342900"/>
          </a:xfrm>
          <a:prstGeom prst="rect">
            <a:avLst/>
          </a:prstGeom>
        </p:spPr>
      </p:pic>
      <p:sp>
        <p:nvSpPr>
          <p:cNvPr id="10" name="TextBox 9"/>
          <p:cNvSpPr txBox="1"/>
          <p:nvPr/>
        </p:nvSpPr>
        <p:spPr>
          <a:xfrm>
            <a:off x="1181100" y="1979414"/>
            <a:ext cx="3196031" cy="215444"/>
          </a:xfrm>
          <a:prstGeom prst="rect">
            <a:avLst/>
          </a:prstGeom>
          <a:noFill/>
        </p:spPr>
        <p:txBody>
          <a:bodyPr wrap="square" lIns="0" tIns="0" rIns="0" bIns="0" anchor="t">
            <a:spAutoFit/>
          </a:bodyPr>
          <a:lstStyle/>
          <a:p>
            <a:pPr algn="l"/>
            <a:r>
              <a:rPr sz="1400" b="1" i="0" u="none">
                <a:solidFill>
                  <a:srgbClr val="013750"/>
                </a:solidFill>
                <a:latin typeface="Plus Jakarta Sans"/>
              </a:rPr>
              <a:t>01. Quản Trị &amp; Nội Bộ Doanh Nghiệp</a:t>
            </a:r>
          </a:p>
        </p:txBody>
      </p:sp>
      <p:sp>
        <p:nvSpPr>
          <p:cNvPr id="11" name="TextBox 10"/>
          <p:cNvSpPr txBox="1"/>
          <p:nvPr/>
        </p:nvSpPr>
        <p:spPr>
          <a:xfrm>
            <a:off x="895350" y="2460426"/>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rPr>
              <a:t>Tư vấn quyền và nghĩa vụ của thành viên / cổ đông</a:t>
            </a:r>
          </a:p>
        </p:txBody>
      </p:sp>
      <p:sp>
        <p:nvSpPr>
          <p:cNvPr id="12" name="TextBox 11"/>
          <p:cNvSpPr txBox="1"/>
          <p:nvPr/>
        </p:nvSpPr>
        <p:spPr>
          <a:xfrm>
            <a:off x="895350" y="2716857"/>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Tư vấn hoạt động HĐTV, HĐQT &amp; Đại hội đồng cổ đông</a:t>
            </a:r>
          </a:p>
        </p:txBody>
      </p:sp>
      <p:sp>
        <p:nvSpPr>
          <p:cNvPr id="13" name="TextBox 12"/>
          <p:cNvSpPr txBox="1"/>
          <p:nvPr/>
        </p:nvSpPr>
        <p:spPr>
          <a:xfrm>
            <a:off x="895350" y="2973288"/>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Rà soát nghị quyết, quyết định, biên bản họp nội bộ</a:t>
            </a:r>
          </a:p>
        </p:txBody>
      </p:sp>
      <p:sp>
        <p:nvSpPr>
          <p:cNvPr id="14" name="TextBox 13"/>
          <p:cNvSpPr txBox="1"/>
          <p:nvPr/>
        </p:nvSpPr>
        <p:spPr>
          <a:xfrm>
            <a:off x="895350" y="3229719"/>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Tư vấn thay đổi ĐKKD, cơ cấu tổ chức &amp; phân quyền</a:t>
            </a:r>
          </a:p>
        </p:txBody>
      </p:sp>
      <p:pic>
        <p:nvPicPr>
          <p:cNvPr id="15" name="Picture 14" descr="image.png"/>
          <p:cNvPicPr>
            <a:picLocks noChangeAspect="1"/>
          </p:cNvPicPr>
          <p:nvPr/>
        </p:nvPicPr>
        <p:blipFill>
          <a:blip r:embed="rId7"/>
          <a:stretch>
            <a:fillRect/>
          </a:stretch>
        </p:blipFill>
        <p:spPr>
          <a:xfrm>
            <a:off x="6391275" y="1907976"/>
            <a:ext cx="342900" cy="342900"/>
          </a:xfrm>
          <a:prstGeom prst="rect">
            <a:avLst/>
          </a:prstGeom>
        </p:spPr>
      </p:pic>
      <p:sp>
        <p:nvSpPr>
          <p:cNvPr id="16" name="TextBox 15"/>
          <p:cNvSpPr txBox="1"/>
          <p:nvPr/>
        </p:nvSpPr>
        <p:spPr>
          <a:xfrm>
            <a:off x="6848475" y="1979414"/>
            <a:ext cx="3352800" cy="215444"/>
          </a:xfrm>
          <a:prstGeom prst="rect">
            <a:avLst/>
          </a:prstGeom>
          <a:noFill/>
        </p:spPr>
        <p:txBody>
          <a:bodyPr wrap="square" lIns="0" tIns="0" rIns="0" bIns="0" anchor="t">
            <a:spAutoFit/>
          </a:bodyPr>
          <a:lstStyle/>
          <a:p>
            <a:pPr algn="l"/>
            <a:r>
              <a:rPr sz="1400" b="1" i="0" u="none">
                <a:solidFill>
                  <a:srgbClr val="013750"/>
                </a:solidFill>
                <a:latin typeface="Plus Jakarta Sans"/>
              </a:rPr>
              <a:t>02. Hợp Đồng &amp; Giao Dịch Thương Mại</a:t>
            </a:r>
          </a:p>
        </p:txBody>
      </p:sp>
      <p:sp>
        <p:nvSpPr>
          <p:cNvPr id="17" name="TextBox 16"/>
          <p:cNvSpPr txBox="1"/>
          <p:nvPr/>
        </p:nvSpPr>
        <p:spPr>
          <a:xfrm>
            <a:off x="6562725" y="2460426"/>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Soạn thảo &amp; rà soát các loại hợp đồng kinh doanh</a:t>
            </a:r>
          </a:p>
        </p:txBody>
      </p:sp>
      <p:sp>
        <p:nvSpPr>
          <p:cNvPr id="18" name="TextBox 17"/>
          <p:cNvSpPr txBox="1"/>
          <p:nvPr/>
        </p:nvSpPr>
        <p:spPr>
          <a:xfrm>
            <a:off x="6562725" y="2716857"/>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Tư vấn đàm phán &amp; đánh giá quyền/nghĩa vụ các bên</a:t>
            </a:r>
          </a:p>
        </p:txBody>
      </p:sp>
      <p:sp>
        <p:nvSpPr>
          <p:cNvPr id="19" name="TextBox 18"/>
          <p:cNvSpPr txBox="1"/>
          <p:nvPr/>
        </p:nvSpPr>
        <p:spPr>
          <a:xfrm>
            <a:off x="6562725" y="2973288"/>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Xây dựng điều khoản phạt vi phạm, bồi thường thiệt hại</a:t>
            </a:r>
          </a:p>
        </p:txBody>
      </p:sp>
      <p:sp>
        <p:nvSpPr>
          <p:cNvPr id="20" name="TextBox 19"/>
          <p:cNvSpPr txBox="1"/>
          <p:nvPr/>
        </p:nvSpPr>
        <p:spPr>
          <a:xfrm>
            <a:off x="6562725" y="3229719"/>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Tư vấn chấm dứt, hủy bỏ hợp đồng chuẩn pháp lý</a:t>
            </a:r>
          </a:p>
        </p:txBody>
      </p:sp>
      <p:pic>
        <p:nvPicPr>
          <p:cNvPr id="21" name="Picture 20" descr="image.png"/>
          <p:cNvPicPr>
            <a:picLocks noChangeAspect="1"/>
          </p:cNvPicPr>
          <p:nvPr/>
        </p:nvPicPr>
        <p:blipFill>
          <a:blip r:embed="rId8"/>
          <a:stretch>
            <a:fillRect/>
          </a:stretch>
        </p:blipFill>
        <p:spPr>
          <a:xfrm>
            <a:off x="723900" y="4019550"/>
            <a:ext cx="342900" cy="342900"/>
          </a:xfrm>
          <a:prstGeom prst="rect">
            <a:avLst/>
          </a:prstGeom>
        </p:spPr>
      </p:pic>
      <p:sp>
        <p:nvSpPr>
          <p:cNvPr id="22" name="TextBox 21"/>
          <p:cNvSpPr txBox="1"/>
          <p:nvPr/>
        </p:nvSpPr>
        <p:spPr>
          <a:xfrm>
            <a:off x="1181100" y="4090987"/>
            <a:ext cx="3048000" cy="215444"/>
          </a:xfrm>
          <a:prstGeom prst="rect">
            <a:avLst/>
          </a:prstGeom>
          <a:noFill/>
        </p:spPr>
        <p:txBody>
          <a:bodyPr wrap="square" lIns="0" tIns="0" rIns="0" bIns="0" anchor="t">
            <a:spAutoFit/>
          </a:bodyPr>
          <a:lstStyle/>
          <a:p>
            <a:pPr algn="l"/>
            <a:r>
              <a:rPr sz="1400" b="1" i="0" u="none">
                <a:solidFill>
                  <a:srgbClr val="013750"/>
                </a:solidFill>
                <a:latin typeface="Plus Jakarta Sans"/>
              </a:rPr>
              <a:t>03. Lao Động &amp; Quản Trị Nhân Sự</a:t>
            </a:r>
          </a:p>
        </p:txBody>
      </p:sp>
      <p:sp>
        <p:nvSpPr>
          <p:cNvPr id="23" name="TextBox 22"/>
          <p:cNvSpPr txBox="1"/>
          <p:nvPr/>
        </p:nvSpPr>
        <p:spPr>
          <a:xfrm>
            <a:off x="895350" y="4572000"/>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Soạn thảo HĐLĐ, nội quy lao động &amp; quy chế nội bộ</a:t>
            </a:r>
          </a:p>
        </p:txBody>
      </p:sp>
      <p:sp>
        <p:nvSpPr>
          <p:cNvPr id="24" name="TextBox 23"/>
          <p:cNvSpPr txBox="1"/>
          <p:nvPr/>
        </p:nvSpPr>
        <p:spPr>
          <a:xfrm>
            <a:off x="895350" y="4828430"/>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Tư vấn quy trình xử lý kỷ luật lao động &amp; sa thải</a:t>
            </a:r>
          </a:p>
        </p:txBody>
      </p:sp>
      <p:sp>
        <p:nvSpPr>
          <p:cNvPr id="25" name="TextBox 24"/>
          <p:cNvSpPr txBox="1"/>
          <p:nvPr/>
        </p:nvSpPr>
        <p:spPr>
          <a:xfrm>
            <a:off x="895350" y="5084861"/>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Tư vấn giải quyết tranh chấp với người lao động</a:t>
            </a:r>
          </a:p>
        </p:txBody>
      </p:sp>
      <p:sp>
        <p:nvSpPr>
          <p:cNvPr id="26" name="TextBox 25"/>
          <p:cNvSpPr txBox="1"/>
          <p:nvPr/>
        </p:nvSpPr>
        <p:spPr>
          <a:xfrm>
            <a:off x="895350" y="5341292"/>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Thủ tục Giấy phép lao động cho người nước ngoài</a:t>
            </a:r>
          </a:p>
        </p:txBody>
      </p:sp>
      <p:pic>
        <p:nvPicPr>
          <p:cNvPr id="27" name="Picture 26" descr="image.png"/>
          <p:cNvPicPr>
            <a:picLocks noChangeAspect="1"/>
          </p:cNvPicPr>
          <p:nvPr/>
        </p:nvPicPr>
        <p:blipFill>
          <a:blip r:embed="rId8"/>
          <a:stretch>
            <a:fillRect/>
          </a:stretch>
        </p:blipFill>
        <p:spPr>
          <a:xfrm>
            <a:off x="6391275" y="4019550"/>
            <a:ext cx="342900" cy="342900"/>
          </a:xfrm>
          <a:prstGeom prst="rect">
            <a:avLst/>
          </a:prstGeom>
        </p:spPr>
      </p:pic>
      <p:sp>
        <p:nvSpPr>
          <p:cNvPr id="28" name="TextBox 27"/>
          <p:cNvSpPr txBox="1"/>
          <p:nvPr/>
        </p:nvSpPr>
        <p:spPr>
          <a:xfrm>
            <a:off x="6848475" y="4090987"/>
            <a:ext cx="3533775" cy="215444"/>
          </a:xfrm>
          <a:prstGeom prst="rect">
            <a:avLst/>
          </a:prstGeom>
          <a:noFill/>
        </p:spPr>
        <p:txBody>
          <a:bodyPr wrap="square" lIns="0" tIns="0" rIns="0" bIns="0" anchor="t">
            <a:spAutoFit/>
          </a:bodyPr>
          <a:lstStyle/>
          <a:p>
            <a:pPr algn="l"/>
            <a:r>
              <a:rPr sz="1400" b="1" i="0" u="none">
                <a:solidFill>
                  <a:srgbClr val="013750"/>
                </a:solidFill>
                <a:latin typeface="Plus Jakarta Sans"/>
              </a:rPr>
              <a:t>04. Tuân Thủ Pháp Luật Vận Hành</a:t>
            </a:r>
          </a:p>
        </p:txBody>
      </p:sp>
      <p:sp>
        <p:nvSpPr>
          <p:cNvPr id="29" name="TextBox 28"/>
          <p:cNvSpPr txBox="1"/>
          <p:nvPr/>
        </p:nvSpPr>
        <p:spPr>
          <a:xfrm>
            <a:off x="6562725" y="4572000"/>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Rà soát tình trạng tuân thủ &amp; cập nhật quy định mới</a:t>
            </a:r>
          </a:p>
        </p:txBody>
      </p:sp>
      <p:sp>
        <p:nvSpPr>
          <p:cNvPr id="30" name="TextBox 29"/>
          <p:cNvSpPr txBox="1"/>
          <p:nvPr/>
        </p:nvSpPr>
        <p:spPr>
          <a:xfrm>
            <a:off x="6562725" y="4828430"/>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Tư vấn giấy phép con &amp; điều kiện kinh doanh ngành nghề</a:t>
            </a:r>
          </a:p>
        </p:txBody>
      </p:sp>
      <p:sp>
        <p:nvSpPr>
          <p:cNvPr id="31" name="TextBox 30"/>
          <p:cNvSpPr txBox="1"/>
          <p:nvPr/>
        </p:nvSpPr>
        <p:spPr>
          <a:xfrm>
            <a:off x="6562725" y="5084861"/>
            <a:ext cx="4905375"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Tư vấn bảo vệ dữ liệu cá nhân &amp; người tiêu dùng</a:t>
            </a:r>
          </a:p>
        </p:txBody>
      </p:sp>
      <p:sp>
        <p:nvSpPr>
          <p:cNvPr id="32" name="TextBox 31"/>
          <p:cNvSpPr txBox="1"/>
          <p:nvPr/>
        </p:nvSpPr>
        <p:spPr>
          <a:xfrm>
            <a:off x="6562725" y="5341292"/>
            <a:ext cx="4905375" cy="19928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Tư vấn quy định về quảng cáo, khuyến mại thương mại</a:t>
            </a:r>
          </a:p>
        </p:txBody>
      </p:sp>
      <p:pic>
        <p:nvPicPr>
          <p:cNvPr id="33" name="Picture 32" descr="image.png"/>
          <p:cNvPicPr>
            <a:picLocks noChangeAspect="1"/>
          </p:cNvPicPr>
          <p:nvPr/>
        </p:nvPicPr>
        <p:blipFill>
          <a:blip r:embed="rId9"/>
          <a:stretch>
            <a:fillRect/>
          </a:stretch>
        </p:blipFill>
        <p:spPr>
          <a:xfrm>
            <a:off x="804862" y="1998464"/>
            <a:ext cx="180975" cy="161925"/>
          </a:xfrm>
          <a:prstGeom prst="rect">
            <a:avLst/>
          </a:prstGeom>
        </p:spPr>
      </p:pic>
      <p:sp>
        <p:nvSpPr>
          <p:cNvPr id="34" name="TextBox 33"/>
          <p:cNvSpPr txBox="1"/>
          <p:nvPr/>
        </p:nvSpPr>
        <p:spPr>
          <a:xfrm>
            <a:off x="723900" y="2479476"/>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35" name="TextBox 34"/>
          <p:cNvSpPr txBox="1"/>
          <p:nvPr/>
        </p:nvSpPr>
        <p:spPr>
          <a:xfrm>
            <a:off x="723900" y="2735907"/>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36" name="TextBox 35"/>
          <p:cNvSpPr txBox="1"/>
          <p:nvPr/>
        </p:nvSpPr>
        <p:spPr>
          <a:xfrm>
            <a:off x="723900" y="2992338"/>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37" name="TextBox 36"/>
          <p:cNvSpPr txBox="1"/>
          <p:nvPr/>
        </p:nvSpPr>
        <p:spPr>
          <a:xfrm>
            <a:off x="723900" y="3248769"/>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pic>
        <p:nvPicPr>
          <p:cNvPr id="38" name="Picture 37" descr="image.png"/>
          <p:cNvPicPr>
            <a:picLocks noChangeAspect="1"/>
          </p:cNvPicPr>
          <p:nvPr/>
        </p:nvPicPr>
        <p:blipFill>
          <a:blip r:embed="rId10"/>
          <a:stretch>
            <a:fillRect/>
          </a:stretch>
        </p:blipFill>
        <p:spPr>
          <a:xfrm>
            <a:off x="6472237" y="1998464"/>
            <a:ext cx="180975" cy="161925"/>
          </a:xfrm>
          <a:prstGeom prst="rect">
            <a:avLst/>
          </a:prstGeom>
        </p:spPr>
      </p:pic>
      <p:sp>
        <p:nvSpPr>
          <p:cNvPr id="39" name="TextBox 38"/>
          <p:cNvSpPr txBox="1"/>
          <p:nvPr/>
        </p:nvSpPr>
        <p:spPr>
          <a:xfrm>
            <a:off x="6391275" y="2479476"/>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40" name="TextBox 39"/>
          <p:cNvSpPr txBox="1"/>
          <p:nvPr/>
        </p:nvSpPr>
        <p:spPr>
          <a:xfrm>
            <a:off x="6391275" y="2735907"/>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41" name="TextBox 40"/>
          <p:cNvSpPr txBox="1"/>
          <p:nvPr/>
        </p:nvSpPr>
        <p:spPr>
          <a:xfrm>
            <a:off x="6391275" y="2992338"/>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42" name="TextBox 41"/>
          <p:cNvSpPr txBox="1"/>
          <p:nvPr/>
        </p:nvSpPr>
        <p:spPr>
          <a:xfrm>
            <a:off x="6391275" y="3248769"/>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pic>
        <p:nvPicPr>
          <p:cNvPr id="43" name="Picture 42" descr="image.png"/>
          <p:cNvPicPr>
            <a:picLocks noChangeAspect="1"/>
          </p:cNvPicPr>
          <p:nvPr/>
        </p:nvPicPr>
        <p:blipFill>
          <a:blip r:embed="rId11"/>
          <a:stretch>
            <a:fillRect/>
          </a:stretch>
        </p:blipFill>
        <p:spPr>
          <a:xfrm>
            <a:off x="795337" y="4110037"/>
            <a:ext cx="200025" cy="161925"/>
          </a:xfrm>
          <a:prstGeom prst="rect">
            <a:avLst/>
          </a:prstGeom>
        </p:spPr>
      </p:pic>
      <p:sp>
        <p:nvSpPr>
          <p:cNvPr id="44" name="TextBox 43"/>
          <p:cNvSpPr txBox="1"/>
          <p:nvPr/>
        </p:nvSpPr>
        <p:spPr>
          <a:xfrm>
            <a:off x="723900" y="4591050"/>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45" name="TextBox 44"/>
          <p:cNvSpPr txBox="1"/>
          <p:nvPr/>
        </p:nvSpPr>
        <p:spPr>
          <a:xfrm>
            <a:off x="723900" y="4847480"/>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46" name="TextBox 45"/>
          <p:cNvSpPr txBox="1"/>
          <p:nvPr/>
        </p:nvSpPr>
        <p:spPr>
          <a:xfrm>
            <a:off x="723900" y="5103911"/>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47" name="TextBox 46"/>
          <p:cNvSpPr txBox="1"/>
          <p:nvPr/>
        </p:nvSpPr>
        <p:spPr>
          <a:xfrm>
            <a:off x="723900" y="5360342"/>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pic>
        <p:nvPicPr>
          <p:cNvPr id="48" name="Picture 47" descr="image.png"/>
          <p:cNvPicPr>
            <a:picLocks noChangeAspect="1"/>
          </p:cNvPicPr>
          <p:nvPr/>
        </p:nvPicPr>
        <p:blipFill>
          <a:blip r:embed="rId12"/>
          <a:stretch>
            <a:fillRect/>
          </a:stretch>
        </p:blipFill>
        <p:spPr>
          <a:xfrm>
            <a:off x="6500812" y="4110037"/>
            <a:ext cx="123825" cy="161925"/>
          </a:xfrm>
          <a:prstGeom prst="rect">
            <a:avLst/>
          </a:prstGeom>
        </p:spPr>
      </p:pic>
      <p:sp>
        <p:nvSpPr>
          <p:cNvPr id="49" name="TextBox 48"/>
          <p:cNvSpPr txBox="1"/>
          <p:nvPr/>
        </p:nvSpPr>
        <p:spPr>
          <a:xfrm>
            <a:off x="6391275" y="4591050"/>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50" name="TextBox 49"/>
          <p:cNvSpPr txBox="1"/>
          <p:nvPr/>
        </p:nvSpPr>
        <p:spPr>
          <a:xfrm>
            <a:off x="6391275" y="4847480"/>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51" name="TextBox 50"/>
          <p:cNvSpPr txBox="1"/>
          <p:nvPr/>
        </p:nvSpPr>
        <p:spPr>
          <a:xfrm>
            <a:off x="6391275" y="5103911"/>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52" name="TextBox 51"/>
          <p:cNvSpPr txBox="1"/>
          <p:nvPr/>
        </p:nvSpPr>
        <p:spPr>
          <a:xfrm>
            <a:off x="6391275" y="5360342"/>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pic>
        <p:nvPicPr>
          <p:cNvPr id="54" name="Picture 53">
            <a:extLst>
              <a:ext uri="{FF2B5EF4-FFF2-40B4-BE49-F238E27FC236}">
                <a16:creationId xmlns:a16="http://schemas.microsoft.com/office/drawing/2014/main" id="{46D74390-CE95-C73B-E937-CAE1CED7EA1E}"/>
              </a:ext>
            </a:extLst>
          </p:cNvPr>
          <p:cNvPicPr>
            <a:picLocks noChangeAspect="1"/>
          </p:cNvPicPr>
          <p:nvPr/>
        </p:nvPicPr>
        <p:blipFill>
          <a:blip r:embed="rId13"/>
          <a:stretch>
            <a:fillRect/>
          </a:stretch>
        </p:blipFill>
        <p:spPr>
          <a:xfrm>
            <a:off x="0" y="-175508"/>
            <a:ext cx="1793752" cy="1793752"/>
          </a:xfrm>
          <a:prstGeom prst="rect">
            <a:avLst/>
          </a:prstGeom>
        </p:spPr>
      </p:pic>
      <p:pic>
        <p:nvPicPr>
          <p:cNvPr id="56" name="Picture 55">
            <a:extLst>
              <a:ext uri="{FF2B5EF4-FFF2-40B4-BE49-F238E27FC236}">
                <a16:creationId xmlns:a16="http://schemas.microsoft.com/office/drawing/2014/main" id="{701D15B3-FEF3-62A3-80E0-20B11152C800}"/>
              </a:ext>
            </a:extLst>
          </p:cNvPr>
          <p:cNvPicPr>
            <a:picLocks noChangeAspect="1"/>
          </p:cNvPicPr>
          <p:nvPr/>
        </p:nvPicPr>
        <p:blipFill>
          <a:blip r:embed="rId14"/>
          <a:stretch>
            <a:fillRect/>
          </a:stretch>
        </p:blipFill>
        <p:spPr>
          <a:xfrm>
            <a:off x="10269546" y="273844"/>
            <a:ext cx="1793753" cy="11863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2502"/>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2651521"/>
            <a:ext cx="3587650" cy="2120354"/>
          </a:xfrm>
          <a:prstGeom prst="rect">
            <a:avLst/>
          </a:prstGeom>
        </p:spPr>
      </p:pic>
      <p:pic>
        <p:nvPicPr>
          <p:cNvPr id="4" name="Picture 3" descr="image.png"/>
          <p:cNvPicPr>
            <a:picLocks noChangeAspect="1"/>
          </p:cNvPicPr>
          <p:nvPr/>
        </p:nvPicPr>
        <p:blipFill>
          <a:blip r:embed="rId4"/>
          <a:stretch>
            <a:fillRect/>
          </a:stretch>
        </p:blipFill>
        <p:spPr>
          <a:xfrm>
            <a:off x="4302025" y="2651521"/>
            <a:ext cx="3587799" cy="2120354"/>
          </a:xfrm>
          <a:prstGeom prst="rect">
            <a:avLst/>
          </a:prstGeom>
        </p:spPr>
      </p:pic>
      <p:pic>
        <p:nvPicPr>
          <p:cNvPr id="5" name="Picture 4" descr="image.png"/>
          <p:cNvPicPr>
            <a:picLocks noChangeAspect="1"/>
          </p:cNvPicPr>
          <p:nvPr/>
        </p:nvPicPr>
        <p:blipFill>
          <a:blip r:embed="rId3"/>
          <a:stretch>
            <a:fillRect/>
          </a:stretch>
        </p:blipFill>
        <p:spPr>
          <a:xfrm>
            <a:off x="8080325" y="2651521"/>
            <a:ext cx="3587650" cy="2120354"/>
          </a:xfrm>
          <a:prstGeom prst="rect">
            <a:avLst/>
          </a:prstGeom>
        </p:spPr>
      </p:pic>
      <p:sp>
        <p:nvSpPr>
          <p:cNvPr id="6" name="TextBox 5"/>
          <p:cNvSpPr txBox="1"/>
          <p:nvPr/>
        </p:nvSpPr>
        <p:spPr>
          <a:xfrm>
            <a:off x="523875" y="1237244"/>
            <a:ext cx="11668125" cy="381000"/>
          </a:xfrm>
          <a:prstGeom prst="rect">
            <a:avLst/>
          </a:prstGeom>
          <a:noFill/>
        </p:spPr>
        <p:txBody>
          <a:bodyPr wrap="square" lIns="0" tIns="0" rIns="0" bIns="0" anchor="ctr">
            <a:spAutoFit/>
          </a:bodyPr>
          <a:lstStyle/>
          <a:p>
            <a:pPr algn="l">
              <a:lnSpc>
                <a:spcPts val="3000"/>
              </a:lnSpc>
            </a:pPr>
            <a:r>
              <a:rPr sz="2400" b="0" i="0" u="none">
                <a:solidFill>
                  <a:srgbClr val="026B9A"/>
                </a:solidFill>
                <a:latin typeface="Plus Jakarta Sans ExtraBold"/>
              </a:rPr>
              <a:t>Phạm Vi Hỗ Trợ Trọng Tâm (Phần 2)</a:t>
            </a:r>
          </a:p>
        </p:txBody>
      </p:sp>
      <p:sp>
        <p:nvSpPr>
          <p:cNvPr id="7" name="Rounded Rectangle 6"/>
          <p:cNvSpPr/>
          <p:nvPr/>
        </p:nvSpPr>
        <p:spPr>
          <a:xfrm>
            <a:off x="523875" y="797123"/>
            <a:ext cx="5961611" cy="28575"/>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5"/>
          <a:stretch>
            <a:fillRect/>
          </a:stretch>
        </p:blipFill>
        <p:spPr>
          <a:xfrm>
            <a:off x="723900" y="2851546"/>
            <a:ext cx="342900" cy="342900"/>
          </a:xfrm>
          <a:prstGeom prst="rect">
            <a:avLst/>
          </a:prstGeom>
        </p:spPr>
      </p:pic>
      <p:sp>
        <p:nvSpPr>
          <p:cNvPr id="9" name="TextBox 8"/>
          <p:cNvSpPr txBox="1"/>
          <p:nvPr/>
        </p:nvSpPr>
        <p:spPr>
          <a:xfrm>
            <a:off x="1181100" y="2922983"/>
            <a:ext cx="1763672" cy="215444"/>
          </a:xfrm>
          <a:prstGeom prst="rect">
            <a:avLst/>
          </a:prstGeom>
          <a:noFill/>
        </p:spPr>
        <p:txBody>
          <a:bodyPr wrap="square" lIns="0" tIns="0" rIns="0" bIns="0" anchor="t">
            <a:spAutoFit/>
          </a:bodyPr>
          <a:lstStyle/>
          <a:p>
            <a:pPr algn="l"/>
            <a:r>
              <a:rPr sz="1400" b="1" i="0" u="none">
                <a:solidFill>
                  <a:srgbClr val="013750"/>
                </a:solidFill>
                <a:latin typeface="Plus Jakarta Sans"/>
              </a:rPr>
              <a:t>05. Đầu Tư &amp; M&amp;A</a:t>
            </a:r>
          </a:p>
        </p:txBody>
      </p:sp>
      <p:sp>
        <p:nvSpPr>
          <p:cNvPr id="10" name="TextBox 9"/>
          <p:cNvSpPr txBox="1"/>
          <p:nvPr/>
        </p:nvSpPr>
        <p:spPr>
          <a:xfrm>
            <a:off x="895350" y="3403996"/>
            <a:ext cx="3016150"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Tư vấn đầu tư nước ngoài tại Việt Nam</a:t>
            </a:r>
          </a:p>
        </p:txBody>
      </p:sp>
      <p:sp>
        <p:nvSpPr>
          <p:cNvPr id="11" name="TextBox 10"/>
          <p:cNvSpPr txBox="1"/>
          <p:nvPr/>
        </p:nvSpPr>
        <p:spPr>
          <a:xfrm>
            <a:off x="895350" y="3660427"/>
            <a:ext cx="3016150" cy="399725"/>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Góp vốn &amp; chuyển nhượng cổ phần / phần vốn góp</a:t>
            </a:r>
          </a:p>
        </p:txBody>
      </p:sp>
      <p:sp>
        <p:nvSpPr>
          <p:cNvPr id="12" name="TextBox 11"/>
          <p:cNvSpPr txBox="1"/>
          <p:nvPr/>
        </p:nvSpPr>
        <p:spPr>
          <a:xfrm>
            <a:off x="895350" y="4116139"/>
            <a:ext cx="3016150"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Thẩm định pháp lý (Legal Due Diligence)</a:t>
            </a:r>
          </a:p>
        </p:txBody>
      </p:sp>
      <p:sp>
        <p:nvSpPr>
          <p:cNvPr id="13" name="TextBox 12"/>
          <p:cNvSpPr txBox="1"/>
          <p:nvPr/>
        </p:nvSpPr>
        <p:spPr>
          <a:xfrm>
            <a:off x="895350" y="4372569"/>
            <a:ext cx="3016150"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Soạn thảo &amp; rà soát hồ sơ M&amp;A</a:t>
            </a:r>
          </a:p>
        </p:txBody>
      </p:sp>
      <p:pic>
        <p:nvPicPr>
          <p:cNvPr id="14" name="Picture 13" descr="image.png"/>
          <p:cNvPicPr>
            <a:picLocks noChangeAspect="1"/>
          </p:cNvPicPr>
          <p:nvPr/>
        </p:nvPicPr>
        <p:blipFill>
          <a:blip r:embed="rId6"/>
          <a:stretch>
            <a:fillRect/>
          </a:stretch>
        </p:blipFill>
        <p:spPr>
          <a:xfrm>
            <a:off x="4502050" y="2851546"/>
            <a:ext cx="342900" cy="342900"/>
          </a:xfrm>
          <a:prstGeom prst="rect">
            <a:avLst/>
          </a:prstGeom>
        </p:spPr>
      </p:pic>
      <p:sp>
        <p:nvSpPr>
          <p:cNvPr id="15" name="TextBox 14"/>
          <p:cNvSpPr txBox="1"/>
          <p:nvPr/>
        </p:nvSpPr>
        <p:spPr>
          <a:xfrm>
            <a:off x="4959249" y="2922983"/>
            <a:ext cx="1851125" cy="215444"/>
          </a:xfrm>
          <a:prstGeom prst="rect">
            <a:avLst/>
          </a:prstGeom>
          <a:noFill/>
        </p:spPr>
        <p:txBody>
          <a:bodyPr wrap="square" lIns="0" tIns="0" rIns="0" bIns="0" anchor="t">
            <a:spAutoFit/>
          </a:bodyPr>
          <a:lstStyle/>
          <a:p>
            <a:pPr algn="l"/>
            <a:r>
              <a:rPr sz="1400" b="1" i="0" u="none">
                <a:solidFill>
                  <a:srgbClr val="013750"/>
                </a:solidFill>
                <a:latin typeface="Plus Jakarta Sans"/>
              </a:rPr>
              <a:t>06. Quản Trị Rủi Ro</a:t>
            </a:r>
          </a:p>
        </p:txBody>
      </p:sp>
      <p:sp>
        <p:nvSpPr>
          <p:cNvPr id="16" name="TextBox 15"/>
          <p:cNvSpPr txBox="1"/>
          <p:nvPr/>
        </p:nvSpPr>
        <p:spPr>
          <a:xfrm>
            <a:off x="4673500" y="3403996"/>
            <a:ext cx="3016299"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Nhận diện &amp; đánh giá rủi ro trong kinh doanh</a:t>
            </a:r>
          </a:p>
        </p:txBody>
      </p:sp>
      <p:sp>
        <p:nvSpPr>
          <p:cNvPr id="17" name="TextBox 16"/>
          <p:cNvSpPr txBox="1"/>
          <p:nvPr/>
        </p:nvSpPr>
        <p:spPr>
          <a:xfrm>
            <a:off x="4673500" y="3660427"/>
            <a:ext cx="3016299"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Đề xuất phương án phòng ngừa tranh chấp</a:t>
            </a:r>
          </a:p>
        </p:txBody>
      </p:sp>
      <p:sp>
        <p:nvSpPr>
          <p:cNvPr id="18" name="TextBox 17"/>
          <p:cNvSpPr txBox="1"/>
          <p:nvPr/>
        </p:nvSpPr>
        <p:spPr>
          <a:xfrm>
            <a:off x="4673500" y="3916858"/>
            <a:ext cx="3016299"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Soạn thảo văn bản cảnh báo, yêu cầu, phản hồi</a:t>
            </a:r>
          </a:p>
        </p:txBody>
      </p:sp>
      <p:sp>
        <p:nvSpPr>
          <p:cNvPr id="19" name="TextBox 18"/>
          <p:cNvSpPr txBox="1"/>
          <p:nvPr/>
        </p:nvSpPr>
        <p:spPr>
          <a:xfrm>
            <a:off x="4673500" y="4173289"/>
            <a:ext cx="3016299" cy="19454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Hỗ trợ thương lượng &amp; làm việc với đối tác</a:t>
            </a:r>
          </a:p>
        </p:txBody>
      </p:sp>
      <p:pic>
        <p:nvPicPr>
          <p:cNvPr id="20" name="Picture 19" descr="image.png"/>
          <p:cNvPicPr>
            <a:picLocks noChangeAspect="1"/>
          </p:cNvPicPr>
          <p:nvPr/>
        </p:nvPicPr>
        <p:blipFill>
          <a:blip r:embed="rId7"/>
          <a:stretch>
            <a:fillRect/>
          </a:stretch>
        </p:blipFill>
        <p:spPr>
          <a:xfrm>
            <a:off x="8280350" y="2851546"/>
            <a:ext cx="342900" cy="342900"/>
          </a:xfrm>
          <a:prstGeom prst="rect">
            <a:avLst/>
          </a:prstGeom>
        </p:spPr>
      </p:pic>
      <p:sp>
        <p:nvSpPr>
          <p:cNvPr id="21" name="TextBox 20"/>
          <p:cNvSpPr txBox="1"/>
          <p:nvPr/>
        </p:nvSpPr>
        <p:spPr>
          <a:xfrm>
            <a:off x="8737550" y="2922983"/>
            <a:ext cx="2273350" cy="215444"/>
          </a:xfrm>
          <a:prstGeom prst="rect">
            <a:avLst/>
          </a:prstGeom>
          <a:noFill/>
        </p:spPr>
        <p:txBody>
          <a:bodyPr wrap="square" lIns="0" tIns="0" rIns="0" bIns="0" anchor="t">
            <a:spAutoFit/>
          </a:bodyPr>
          <a:lstStyle/>
          <a:p>
            <a:pPr algn="l"/>
            <a:r>
              <a:rPr sz="1400" b="1" i="0" u="none">
                <a:solidFill>
                  <a:srgbClr val="013750"/>
                </a:solidFill>
                <a:latin typeface="Plus Jakarta Sans"/>
              </a:rPr>
              <a:t>07. Xử Lý Vấn Đề Phát Sinh</a:t>
            </a:r>
          </a:p>
        </p:txBody>
      </p:sp>
      <p:sp>
        <p:nvSpPr>
          <p:cNvPr id="22" name="TextBox 21"/>
          <p:cNvSpPr txBox="1"/>
          <p:nvPr/>
        </p:nvSpPr>
        <p:spPr>
          <a:xfrm>
            <a:off x="8451800" y="3403996"/>
            <a:ext cx="3016150" cy="19928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Đánh giá sự việc &amp; xác định vị thế pháp lý</a:t>
            </a:r>
          </a:p>
        </p:txBody>
      </p:sp>
      <p:sp>
        <p:nvSpPr>
          <p:cNvPr id="23" name="TextBox 22"/>
          <p:cNvSpPr txBox="1"/>
          <p:nvPr/>
        </p:nvSpPr>
        <p:spPr>
          <a:xfrm>
            <a:off x="8451800" y="3660427"/>
            <a:ext cx="3016150" cy="19928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Xây dựng kịch bản xử lý tối ưu cho doanh nghiệp</a:t>
            </a:r>
          </a:p>
        </p:txBody>
      </p:sp>
      <p:sp>
        <p:nvSpPr>
          <p:cNvPr id="24" name="TextBox 23"/>
          <p:cNvSpPr txBox="1"/>
          <p:nvPr/>
        </p:nvSpPr>
        <p:spPr>
          <a:xfrm>
            <a:off x="8451800" y="3916858"/>
            <a:ext cx="3016150" cy="19928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Soạn thảo văn bản pháp lý chính thức</a:t>
            </a:r>
          </a:p>
        </p:txBody>
      </p:sp>
      <p:sp>
        <p:nvSpPr>
          <p:cNvPr id="25" name="TextBox 24"/>
          <p:cNvSpPr txBox="1"/>
          <p:nvPr/>
        </p:nvSpPr>
        <p:spPr>
          <a:xfrm>
            <a:off x="8451800" y="4173289"/>
            <a:ext cx="3016150" cy="19928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Đồng hành triển khai phương án đã lựa chọn</a:t>
            </a:r>
          </a:p>
        </p:txBody>
      </p:sp>
      <p:pic>
        <p:nvPicPr>
          <p:cNvPr id="26" name="Picture 25" descr="image.png"/>
          <p:cNvPicPr>
            <a:picLocks noChangeAspect="1"/>
          </p:cNvPicPr>
          <p:nvPr/>
        </p:nvPicPr>
        <p:blipFill>
          <a:blip r:embed="rId8"/>
          <a:stretch>
            <a:fillRect/>
          </a:stretch>
        </p:blipFill>
        <p:spPr>
          <a:xfrm>
            <a:off x="795337" y="2942033"/>
            <a:ext cx="200025" cy="161925"/>
          </a:xfrm>
          <a:prstGeom prst="rect">
            <a:avLst/>
          </a:prstGeom>
        </p:spPr>
      </p:pic>
      <p:sp>
        <p:nvSpPr>
          <p:cNvPr id="27" name="TextBox 26"/>
          <p:cNvSpPr txBox="1"/>
          <p:nvPr/>
        </p:nvSpPr>
        <p:spPr>
          <a:xfrm>
            <a:off x="723900" y="3423046"/>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28" name="TextBox 27"/>
          <p:cNvSpPr txBox="1"/>
          <p:nvPr/>
        </p:nvSpPr>
        <p:spPr>
          <a:xfrm>
            <a:off x="723900" y="3679477"/>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29" name="TextBox 28"/>
          <p:cNvSpPr txBox="1"/>
          <p:nvPr/>
        </p:nvSpPr>
        <p:spPr>
          <a:xfrm>
            <a:off x="723900" y="4135189"/>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30" name="TextBox 29"/>
          <p:cNvSpPr txBox="1"/>
          <p:nvPr/>
        </p:nvSpPr>
        <p:spPr>
          <a:xfrm>
            <a:off x="723900" y="4391619"/>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pic>
        <p:nvPicPr>
          <p:cNvPr id="31" name="Picture 30" descr="image.png"/>
          <p:cNvPicPr>
            <a:picLocks noChangeAspect="1"/>
          </p:cNvPicPr>
          <p:nvPr/>
        </p:nvPicPr>
        <p:blipFill>
          <a:blip r:embed="rId9"/>
          <a:stretch>
            <a:fillRect/>
          </a:stretch>
        </p:blipFill>
        <p:spPr>
          <a:xfrm>
            <a:off x="4592538" y="2942033"/>
            <a:ext cx="161925" cy="161925"/>
          </a:xfrm>
          <a:prstGeom prst="rect">
            <a:avLst/>
          </a:prstGeom>
        </p:spPr>
      </p:pic>
      <p:sp>
        <p:nvSpPr>
          <p:cNvPr id="32" name="TextBox 31"/>
          <p:cNvSpPr txBox="1"/>
          <p:nvPr/>
        </p:nvSpPr>
        <p:spPr>
          <a:xfrm>
            <a:off x="4502050" y="3423046"/>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33" name="TextBox 32"/>
          <p:cNvSpPr txBox="1"/>
          <p:nvPr/>
        </p:nvSpPr>
        <p:spPr>
          <a:xfrm>
            <a:off x="4502050" y="3679477"/>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34" name="TextBox 33"/>
          <p:cNvSpPr txBox="1"/>
          <p:nvPr/>
        </p:nvSpPr>
        <p:spPr>
          <a:xfrm>
            <a:off x="4502050" y="3935908"/>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35" name="TextBox 34"/>
          <p:cNvSpPr txBox="1"/>
          <p:nvPr/>
        </p:nvSpPr>
        <p:spPr>
          <a:xfrm>
            <a:off x="4502050" y="4192339"/>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pic>
        <p:nvPicPr>
          <p:cNvPr id="36" name="Picture 35" descr="image.png"/>
          <p:cNvPicPr>
            <a:picLocks noChangeAspect="1"/>
          </p:cNvPicPr>
          <p:nvPr/>
        </p:nvPicPr>
        <p:blipFill>
          <a:blip r:embed="rId10"/>
          <a:stretch>
            <a:fillRect/>
          </a:stretch>
        </p:blipFill>
        <p:spPr>
          <a:xfrm>
            <a:off x="8361312" y="2942033"/>
            <a:ext cx="180975" cy="161925"/>
          </a:xfrm>
          <a:prstGeom prst="rect">
            <a:avLst/>
          </a:prstGeom>
        </p:spPr>
      </p:pic>
      <p:sp>
        <p:nvSpPr>
          <p:cNvPr id="37" name="TextBox 36"/>
          <p:cNvSpPr txBox="1"/>
          <p:nvPr/>
        </p:nvSpPr>
        <p:spPr>
          <a:xfrm>
            <a:off x="8280350" y="3423046"/>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38" name="TextBox 37"/>
          <p:cNvSpPr txBox="1"/>
          <p:nvPr/>
        </p:nvSpPr>
        <p:spPr>
          <a:xfrm>
            <a:off x="8280350" y="3679477"/>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39" name="TextBox 38"/>
          <p:cNvSpPr txBox="1"/>
          <p:nvPr/>
        </p:nvSpPr>
        <p:spPr>
          <a:xfrm>
            <a:off x="8280350" y="3935908"/>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40" name="TextBox 39"/>
          <p:cNvSpPr txBox="1"/>
          <p:nvPr/>
        </p:nvSpPr>
        <p:spPr>
          <a:xfrm>
            <a:off x="8280350" y="4192339"/>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pic>
        <p:nvPicPr>
          <p:cNvPr id="42" name="Picture 41">
            <a:extLst>
              <a:ext uri="{FF2B5EF4-FFF2-40B4-BE49-F238E27FC236}">
                <a16:creationId xmlns:a16="http://schemas.microsoft.com/office/drawing/2014/main" id="{CCAEA761-A74F-098A-78E7-7CA0C6CE0010}"/>
              </a:ext>
            </a:extLst>
          </p:cNvPr>
          <p:cNvPicPr>
            <a:picLocks noChangeAspect="1"/>
          </p:cNvPicPr>
          <p:nvPr/>
        </p:nvPicPr>
        <p:blipFill>
          <a:blip r:embed="rId11"/>
          <a:stretch>
            <a:fillRect/>
          </a:stretch>
        </p:blipFill>
        <p:spPr>
          <a:xfrm>
            <a:off x="0" y="-175508"/>
            <a:ext cx="1793752" cy="1793752"/>
          </a:xfrm>
          <a:prstGeom prst="rect">
            <a:avLst/>
          </a:prstGeom>
        </p:spPr>
      </p:pic>
      <p:pic>
        <p:nvPicPr>
          <p:cNvPr id="44" name="Picture 43">
            <a:extLst>
              <a:ext uri="{FF2B5EF4-FFF2-40B4-BE49-F238E27FC236}">
                <a16:creationId xmlns:a16="http://schemas.microsoft.com/office/drawing/2014/main" id="{BE6DC21C-ACFD-7D34-73E6-E24ECFFDAEAA}"/>
              </a:ext>
            </a:extLst>
          </p:cNvPr>
          <p:cNvPicPr>
            <a:picLocks noChangeAspect="1"/>
          </p:cNvPicPr>
          <p:nvPr/>
        </p:nvPicPr>
        <p:blipFill>
          <a:blip r:embed="rId12"/>
          <a:stretch>
            <a:fillRect/>
          </a:stretch>
        </p:blipFill>
        <p:spPr>
          <a:xfrm>
            <a:off x="9715500" y="273844"/>
            <a:ext cx="2347800" cy="15527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2169169"/>
            <a:ext cx="5486400" cy="922436"/>
          </a:xfrm>
          <a:prstGeom prst="rect">
            <a:avLst/>
          </a:prstGeom>
        </p:spPr>
      </p:pic>
      <p:pic>
        <p:nvPicPr>
          <p:cNvPr id="4" name="Picture 3" descr="image.png"/>
          <p:cNvPicPr>
            <a:picLocks noChangeAspect="1"/>
          </p:cNvPicPr>
          <p:nvPr/>
        </p:nvPicPr>
        <p:blipFill>
          <a:blip r:embed="rId4"/>
          <a:stretch>
            <a:fillRect/>
          </a:stretch>
        </p:blipFill>
        <p:spPr>
          <a:xfrm>
            <a:off x="6181725" y="2169169"/>
            <a:ext cx="5486400" cy="922436"/>
          </a:xfrm>
          <a:prstGeom prst="rect">
            <a:avLst/>
          </a:prstGeom>
        </p:spPr>
      </p:pic>
      <p:pic>
        <p:nvPicPr>
          <p:cNvPr id="5" name="Picture 4" descr="image.png"/>
          <p:cNvPicPr>
            <a:picLocks noChangeAspect="1"/>
          </p:cNvPicPr>
          <p:nvPr/>
        </p:nvPicPr>
        <p:blipFill>
          <a:blip r:embed="rId5"/>
          <a:stretch>
            <a:fillRect/>
          </a:stretch>
        </p:blipFill>
        <p:spPr>
          <a:xfrm>
            <a:off x="523875" y="3263056"/>
            <a:ext cx="5486400" cy="922436"/>
          </a:xfrm>
          <a:prstGeom prst="rect">
            <a:avLst/>
          </a:prstGeom>
        </p:spPr>
      </p:pic>
      <p:pic>
        <p:nvPicPr>
          <p:cNvPr id="6" name="Picture 5" descr="image.png"/>
          <p:cNvPicPr>
            <a:picLocks noChangeAspect="1"/>
          </p:cNvPicPr>
          <p:nvPr/>
        </p:nvPicPr>
        <p:blipFill>
          <a:blip r:embed="rId5"/>
          <a:stretch>
            <a:fillRect/>
          </a:stretch>
        </p:blipFill>
        <p:spPr>
          <a:xfrm>
            <a:off x="6181725" y="3263056"/>
            <a:ext cx="5486400" cy="922436"/>
          </a:xfrm>
          <a:prstGeom prst="rect">
            <a:avLst/>
          </a:prstGeom>
        </p:spPr>
      </p:pic>
      <p:pic>
        <p:nvPicPr>
          <p:cNvPr id="7" name="Picture 6" descr="image.png"/>
          <p:cNvPicPr>
            <a:picLocks noChangeAspect="1"/>
          </p:cNvPicPr>
          <p:nvPr/>
        </p:nvPicPr>
        <p:blipFill>
          <a:blip r:embed="rId6"/>
          <a:stretch>
            <a:fillRect/>
          </a:stretch>
        </p:blipFill>
        <p:spPr>
          <a:xfrm>
            <a:off x="523875" y="4356943"/>
            <a:ext cx="5486400" cy="922436"/>
          </a:xfrm>
          <a:prstGeom prst="rect">
            <a:avLst/>
          </a:prstGeom>
        </p:spPr>
      </p:pic>
      <p:pic>
        <p:nvPicPr>
          <p:cNvPr id="8" name="Picture 7" descr="image.png"/>
          <p:cNvPicPr>
            <a:picLocks noChangeAspect="1"/>
          </p:cNvPicPr>
          <p:nvPr/>
        </p:nvPicPr>
        <p:blipFill>
          <a:blip r:embed="rId7"/>
          <a:stretch>
            <a:fillRect/>
          </a:stretch>
        </p:blipFill>
        <p:spPr>
          <a:xfrm>
            <a:off x="6181725" y="4356943"/>
            <a:ext cx="5486400" cy="922436"/>
          </a:xfrm>
          <a:prstGeom prst="rect">
            <a:avLst/>
          </a:prstGeom>
        </p:spPr>
      </p:pic>
      <p:sp>
        <p:nvSpPr>
          <p:cNvPr id="9" name="TextBox 8"/>
          <p:cNvSpPr txBox="1"/>
          <p:nvPr/>
        </p:nvSpPr>
        <p:spPr>
          <a:xfrm>
            <a:off x="523875" y="1226975"/>
            <a:ext cx="11668125" cy="381000"/>
          </a:xfrm>
          <a:prstGeom prst="rect">
            <a:avLst/>
          </a:prstGeom>
          <a:noFill/>
        </p:spPr>
        <p:txBody>
          <a:bodyPr wrap="square" lIns="0" tIns="0" rIns="0" bIns="0" anchor="ctr">
            <a:spAutoFit/>
          </a:bodyPr>
          <a:lstStyle/>
          <a:p>
            <a:pPr algn="l">
              <a:lnSpc>
                <a:spcPts val="3000"/>
              </a:lnSpc>
            </a:pPr>
            <a:r>
              <a:rPr sz="2400" b="0" i="0" u="none">
                <a:solidFill>
                  <a:srgbClr val="026B9A"/>
                </a:solidFill>
                <a:latin typeface="Plus Jakarta Sans ExtraBold"/>
              </a:rPr>
              <a:t>Khi Nào Doanh Nghiệp Cần AD Legal?</a:t>
            </a:r>
          </a:p>
        </p:txBody>
      </p:sp>
      <p:sp>
        <p:nvSpPr>
          <p:cNvPr id="10" name="Rounded Rectangle 9"/>
          <p:cNvSpPr/>
          <p:nvPr/>
        </p:nvSpPr>
        <p:spPr>
          <a:xfrm>
            <a:off x="523875" y="809625"/>
            <a:ext cx="5497715" cy="28575"/>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8"/>
          <a:stretch>
            <a:fillRect/>
          </a:stretch>
        </p:blipFill>
        <p:spPr>
          <a:xfrm>
            <a:off x="685800" y="2331094"/>
            <a:ext cx="400050" cy="400050"/>
          </a:xfrm>
          <a:prstGeom prst="rect">
            <a:avLst/>
          </a:prstGeom>
        </p:spPr>
      </p:pic>
      <p:pic>
        <p:nvPicPr>
          <p:cNvPr id="12" name="Picture 11" descr="image.png"/>
          <p:cNvPicPr>
            <a:picLocks noChangeAspect="1"/>
          </p:cNvPicPr>
          <p:nvPr/>
        </p:nvPicPr>
        <p:blipFill>
          <a:blip r:embed="rId9"/>
          <a:stretch>
            <a:fillRect/>
          </a:stretch>
        </p:blipFill>
        <p:spPr>
          <a:xfrm>
            <a:off x="6343650" y="2331094"/>
            <a:ext cx="400050" cy="400050"/>
          </a:xfrm>
          <a:prstGeom prst="rect">
            <a:avLst/>
          </a:prstGeom>
        </p:spPr>
      </p:pic>
      <p:pic>
        <p:nvPicPr>
          <p:cNvPr id="13" name="Picture 12" descr="image.png"/>
          <p:cNvPicPr>
            <a:picLocks noChangeAspect="1"/>
          </p:cNvPicPr>
          <p:nvPr/>
        </p:nvPicPr>
        <p:blipFill>
          <a:blip r:embed="rId10"/>
          <a:stretch>
            <a:fillRect/>
          </a:stretch>
        </p:blipFill>
        <p:spPr>
          <a:xfrm>
            <a:off x="685800" y="3424981"/>
            <a:ext cx="400050" cy="400050"/>
          </a:xfrm>
          <a:prstGeom prst="rect">
            <a:avLst/>
          </a:prstGeom>
        </p:spPr>
      </p:pic>
      <p:pic>
        <p:nvPicPr>
          <p:cNvPr id="14" name="Picture 13" descr="image.png"/>
          <p:cNvPicPr>
            <a:picLocks noChangeAspect="1"/>
          </p:cNvPicPr>
          <p:nvPr/>
        </p:nvPicPr>
        <p:blipFill>
          <a:blip r:embed="rId10"/>
          <a:stretch>
            <a:fillRect/>
          </a:stretch>
        </p:blipFill>
        <p:spPr>
          <a:xfrm>
            <a:off x="6343650" y="3424981"/>
            <a:ext cx="400050" cy="400050"/>
          </a:xfrm>
          <a:prstGeom prst="rect">
            <a:avLst/>
          </a:prstGeom>
        </p:spPr>
      </p:pic>
      <p:pic>
        <p:nvPicPr>
          <p:cNvPr id="15" name="Picture 14" descr="image.png"/>
          <p:cNvPicPr>
            <a:picLocks noChangeAspect="1"/>
          </p:cNvPicPr>
          <p:nvPr/>
        </p:nvPicPr>
        <p:blipFill>
          <a:blip r:embed="rId11"/>
          <a:stretch>
            <a:fillRect/>
          </a:stretch>
        </p:blipFill>
        <p:spPr>
          <a:xfrm>
            <a:off x="685800" y="4518868"/>
            <a:ext cx="400050" cy="400050"/>
          </a:xfrm>
          <a:prstGeom prst="rect">
            <a:avLst/>
          </a:prstGeom>
        </p:spPr>
      </p:pic>
      <p:pic>
        <p:nvPicPr>
          <p:cNvPr id="16" name="Picture 15" descr="image.png"/>
          <p:cNvPicPr>
            <a:picLocks noChangeAspect="1"/>
          </p:cNvPicPr>
          <p:nvPr/>
        </p:nvPicPr>
        <p:blipFill>
          <a:blip r:embed="rId12"/>
          <a:stretch>
            <a:fillRect/>
          </a:stretch>
        </p:blipFill>
        <p:spPr>
          <a:xfrm>
            <a:off x="6343650" y="4518868"/>
            <a:ext cx="400050" cy="400050"/>
          </a:xfrm>
          <a:prstGeom prst="rect">
            <a:avLst/>
          </a:prstGeom>
        </p:spPr>
      </p:pic>
      <p:pic>
        <p:nvPicPr>
          <p:cNvPr id="17" name="Picture 16" descr="image.png"/>
          <p:cNvPicPr>
            <a:picLocks noChangeAspect="1"/>
          </p:cNvPicPr>
          <p:nvPr/>
        </p:nvPicPr>
        <p:blipFill>
          <a:blip r:embed="rId13"/>
          <a:stretch>
            <a:fillRect/>
          </a:stretch>
        </p:blipFill>
        <p:spPr>
          <a:xfrm>
            <a:off x="804862" y="2450157"/>
            <a:ext cx="161925" cy="161925"/>
          </a:xfrm>
          <a:prstGeom prst="rect">
            <a:avLst/>
          </a:prstGeom>
        </p:spPr>
      </p:pic>
      <p:sp>
        <p:nvSpPr>
          <p:cNvPr id="18" name="TextBox 17"/>
          <p:cNvSpPr txBox="1"/>
          <p:nvPr/>
        </p:nvSpPr>
        <p:spPr>
          <a:xfrm>
            <a:off x="1219200" y="2331094"/>
            <a:ext cx="4629150" cy="215444"/>
          </a:xfrm>
          <a:prstGeom prst="rect">
            <a:avLst/>
          </a:prstGeom>
          <a:noFill/>
        </p:spPr>
        <p:txBody>
          <a:bodyPr wrap="square" lIns="0" tIns="0" rIns="0" bIns="0" anchor="t">
            <a:spAutoFit/>
          </a:bodyPr>
          <a:lstStyle/>
          <a:p>
            <a:pPr algn="l"/>
            <a:r>
              <a:rPr sz="1400" b="1" i="0" u="none">
                <a:solidFill>
                  <a:srgbClr val="026B9A"/>
                </a:solidFill>
                <a:latin typeface="Inter"/>
              </a:rPr>
              <a:t>Trước khi ký hợp đồng</a:t>
            </a:r>
          </a:p>
        </p:txBody>
      </p:sp>
      <p:sp>
        <p:nvSpPr>
          <p:cNvPr id="19" name="TextBox 18"/>
          <p:cNvSpPr txBox="1"/>
          <p:nvPr/>
        </p:nvSpPr>
        <p:spPr>
          <a:xfrm>
            <a:off x="1219200" y="2531119"/>
            <a:ext cx="4629150" cy="398561"/>
          </a:xfrm>
          <a:prstGeom prst="rect">
            <a:avLst/>
          </a:prstGeom>
          <a:noFill/>
        </p:spPr>
        <p:txBody>
          <a:bodyPr wrap="square" lIns="0" tIns="0" rIns="0" bIns="0" anchor="t">
            <a:spAutoFit/>
          </a:bodyPr>
          <a:lstStyle/>
          <a:p>
            <a:pPr algn="just">
              <a:lnSpc>
                <a:spcPts val="1569"/>
              </a:lnSpc>
            </a:pPr>
            <a:r>
              <a:rPr sz="1200" b="0" i="0" u="none">
                <a:solidFill>
                  <a:srgbClr val="475569"/>
                </a:solidFill>
                <a:latin typeface="Inter"/>
              </a:rPr>
              <a:t>“Có điều khoản bất lợi không?” → AD Legal rà soát &amp; cảnh báo rủi ro trọng yếu.</a:t>
            </a:r>
          </a:p>
        </p:txBody>
      </p:sp>
      <p:pic>
        <p:nvPicPr>
          <p:cNvPr id="20" name="Picture 19" descr="image.png"/>
          <p:cNvPicPr>
            <a:picLocks noChangeAspect="1"/>
          </p:cNvPicPr>
          <p:nvPr/>
        </p:nvPicPr>
        <p:blipFill>
          <a:blip r:embed="rId14"/>
          <a:stretch>
            <a:fillRect/>
          </a:stretch>
        </p:blipFill>
        <p:spPr>
          <a:xfrm>
            <a:off x="6481762" y="2450157"/>
            <a:ext cx="123825" cy="161925"/>
          </a:xfrm>
          <a:prstGeom prst="rect">
            <a:avLst/>
          </a:prstGeom>
        </p:spPr>
      </p:pic>
      <p:sp>
        <p:nvSpPr>
          <p:cNvPr id="21" name="TextBox 20"/>
          <p:cNvSpPr txBox="1"/>
          <p:nvPr/>
        </p:nvSpPr>
        <p:spPr>
          <a:xfrm>
            <a:off x="6877050" y="2331094"/>
            <a:ext cx="4629150" cy="215444"/>
          </a:xfrm>
          <a:prstGeom prst="rect">
            <a:avLst/>
          </a:prstGeom>
          <a:noFill/>
        </p:spPr>
        <p:txBody>
          <a:bodyPr wrap="square" lIns="0" tIns="0" rIns="0" bIns="0" anchor="t">
            <a:spAutoFit/>
          </a:bodyPr>
          <a:lstStyle/>
          <a:p>
            <a:pPr algn="l"/>
            <a:r>
              <a:rPr sz="1400" b="1" i="0" u="none">
                <a:solidFill>
                  <a:srgbClr val="026B9A"/>
                </a:solidFill>
                <a:latin typeface="Inter"/>
              </a:rPr>
              <a:t>Trước quyết định kinh doanh</a:t>
            </a:r>
          </a:p>
        </p:txBody>
      </p:sp>
      <p:sp>
        <p:nvSpPr>
          <p:cNvPr id="22" name="TextBox 21"/>
          <p:cNvSpPr txBox="1"/>
          <p:nvPr/>
        </p:nvSpPr>
        <p:spPr>
          <a:xfrm>
            <a:off x="6877050" y="2531119"/>
            <a:ext cx="4629150" cy="398561"/>
          </a:xfrm>
          <a:prstGeom prst="rect">
            <a:avLst/>
          </a:prstGeom>
          <a:noFill/>
        </p:spPr>
        <p:txBody>
          <a:bodyPr wrap="square" lIns="0" tIns="0" rIns="0" bIns="0" anchor="t">
            <a:spAutoFit/>
          </a:bodyPr>
          <a:lstStyle/>
          <a:p>
            <a:pPr algn="just">
              <a:lnSpc>
                <a:spcPts val="1569"/>
              </a:lnSpc>
            </a:pPr>
            <a:r>
              <a:rPr sz="1200" b="0" i="0" u="none">
                <a:solidFill>
                  <a:srgbClr val="475569"/>
                </a:solidFill>
                <a:latin typeface="Inter"/>
              </a:rPr>
              <a:t>“Phương án này có đúng luật?” → AD Legal đánh giá cơ sở pháp lý &amp; hướng đi tối ưu.</a:t>
            </a:r>
          </a:p>
        </p:txBody>
      </p:sp>
      <p:pic>
        <p:nvPicPr>
          <p:cNvPr id="23" name="Picture 22" descr="image.png"/>
          <p:cNvPicPr>
            <a:picLocks noChangeAspect="1"/>
          </p:cNvPicPr>
          <p:nvPr/>
        </p:nvPicPr>
        <p:blipFill>
          <a:blip r:embed="rId15"/>
          <a:stretch>
            <a:fillRect/>
          </a:stretch>
        </p:blipFill>
        <p:spPr>
          <a:xfrm>
            <a:off x="785812" y="3544044"/>
            <a:ext cx="200025" cy="161925"/>
          </a:xfrm>
          <a:prstGeom prst="rect">
            <a:avLst/>
          </a:prstGeom>
        </p:spPr>
      </p:pic>
      <p:sp>
        <p:nvSpPr>
          <p:cNvPr id="24" name="TextBox 23"/>
          <p:cNvSpPr txBox="1"/>
          <p:nvPr/>
        </p:nvSpPr>
        <p:spPr>
          <a:xfrm>
            <a:off x="1219200" y="3424981"/>
            <a:ext cx="4629150" cy="215444"/>
          </a:xfrm>
          <a:prstGeom prst="rect">
            <a:avLst/>
          </a:prstGeom>
          <a:noFill/>
        </p:spPr>
        <p:txBody>
          <a:bodyPr wrap="square" lIns="0" tIns="0" rIns="0" bIns="0" anchor="t">
            <a:spAutoFit/>
          </a:bodyPr>
          <a:lstStyle/>
          <a:p>
            <a:pPr algn="l"/>
            <a:r>
              <a:rPr sz="1400" b="1" i="0" u="none">
                <a:solidFill>
                  <a:srgbClr val="026B9A"/>
                </a:solidFill>
                <a:latin typeface="Inter"/>
              </a:rPr>
              <a:t>Khi phát sinh sự vụ nhân viên</a:t>
            </a:r>
          </a:p>
        </p:txBody>
      </p:sp>
      <p:sp>
        <p:nvSpPr>
          <p:cNvPr id="25" name="TextBox 24"/>
          <p:cNvSpPr txBox="1"/>
          <p:nvPr/>
        </p:nvSpPr>
        <p:spPr>
          <a:xfrm>
            <a:off x="1219200" y="3625006"/>
            <a:ext cx="4629150" cy="398561"/>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“Xử lý trường hợp này ra sao?” → AD Legal tư vấn trình tự &amp; hoàn thiện hồ sơ chuẩn.</a:t>
            </a:r>
          </a:p>
        </p:txBody>
      </p:sp>
      <p:pic>
        <p:nvPicPr>
          <p:cNvPr id="26" name="Picture 25" descr="image.png"/>
          <p:cNvPicPr>
            <a:picLocks noChangeAspect="1"/>
          </p:cNvPicPr>
          <p:nvPr/>
        </p:nvPicPr>
        <p:blipFill>
          <a:blip r:embed="rId16"/>
          <a:stretch>
            <a:fillRect/>
          </a:stretch>
        </p:blipFill>
        <p:spPr>
          <a:xfrm>
            <a:off x="6443662" y="3544044"/>
            <a:ext cx="200025" cy="161925"/>
          </a:xfrm>
          <a:prstGeom prst="rect">
            <a:avLst/>
          </a:prstGeom>
        </p:spPr>
      </p:pic>
      <p:sp>
        <p:nvSpPr>
          <p:cNvPr id="27" name="TextBox 26"/>
          <p:cNvSpPr txBox="1"/>
          <p:nvPr/>
        </p:nvSpPr>
        <p:spPr>
          <a:xfrm>
            <a:off x="6877050" y="3424981"/>
            <a:ext cx="4629150" cy="215444"/>
          </a:xfrm>
          <a:prstGeom prst="rect">
            <a:avLst/>
          </a:prstGeom>
          <a:noFill/>
        </p:spPr>
        <p:txBody>
          <a:bodyPr wrap="square" lIns="0" tIns="0" rIns="0" bIns="0" anchor="t">
            <a:spAutoFit/>
          </a:bodyPr>
          <a:lstStyle/>
          <a:p>
            <a:pPr algn="l"/>
            <a:r>
              <a:rPr sz="1400" b="1" i="0" u="none">
                <a:solidFill>
                  <a:srgbClr val="026B9A"/>
                </a:solidFill>
                <a:latin typeface="Inter"/>
              </a:rPr>
              <a:t>Khi đối tác vi phạm cam kết</a:t>
            </a:r>
          </a:p>
        </p:txBody>
      </p:sp>
      <p:sp>
        <p:nvSpPr>
          <p:cNvPr id="28" name="TextBox 27"/>
          <p:cNvSpPr txBox="1"/>
          <p:nvPr/>
        </p:nvSpPr>
        <p:spPr>
          <a:xfrm>
            <a:off x="6877050" y="3625006"/>
            <a:ext cx="4629150" cy="398561"/>
          </a:xfrm>
          <a:prstGeom prst="rect">
            <a:avLst/>
          </a:prstGeom>
          <a:noFill/>
        </p:spPr>
        <p:txBody>
          <a:bodyPr wrap="square" lIns="0" tIns="0" rIns="0" bIns="0" anchor="t">
            <a:spAutoFit/>
          </a:bodyPr>
          <a:lstStyle/>
          <a:p>
            <a:pPr algn="just">
              <a:lnSpc>
                <a:spcPts val="1569"/>
              </a:lnSpc>
            </a:pPr>
            <a:r>
              <a:rPr sz="1200" b="0" i="0" u="none">
                <a:solidFill>
                  <a:srgbClr val="475569"/>
                </a:solidFill>
                <a:latin typeface="Inter"/>
              </a:rPr>
              <a:t>“Có quyền phạt/hủy hợp đồng?” → AD Legal lập chiến lược bảo vệ quyền lợi hợp pháp.</a:t>
            </a:r>
          </a:p>
        </p:txBody>
      </p:sp>
      <p:pic>
        <p:nvPicPr>
          <p:cNvPr id="29" name="Picture 28" descr="image.png"/>
          <p:cNvPicPr>
            <a:picLocks noChangeAspect="1"/>
          </p:cNvPicPr>
          <p:nvPr/>
        </p:nvPicPr>
        <p:blipFill>
          <a:blip r:embed="rId17"/>
          <a:stretch>
            <a:fillRect/>
          </a:stretch>
        </p:blipFill>
        <p:spPr>
          <a:xfrm>
            <a:off x="795337" y="4637930"/>
            <a:ext cx="180975" cy="161925"/>
          </a:xfrm>
          <a:prstGeom prst="rect">
            <a:avLst/>
          </a:prstGeom>
        </p:spPr>
      </p:pic>
      <p:sp>
        <p:nvSpPr>
          <p:cNvPr id="30" name="TextBox 29"/>
          <p:cNvSpPr txBox="1"/>
          <p:nvPr/>
        </p:nvSpPr>
        <p:spPr>
          <a:xfrm>
            <a:off x="1219200" y="4518868"/>
            <a:ext cx="4629150" cy="215444"/>
          </a:xfrm>
          <a:prstGeom prst="rect">
            <a:avLst/>
          </a:prstGeom>
          <a:noFill/>
        </p:spPr>
        <p:txBody>
          <a:bodyPr wrap="square" lIns="0" tIns="0" rIns="0" bIns="0" anchor="t">
            <a:spAutoFit/>
          </a:bodyPr>
          <a:lstStyle/>
          <a:p>
            <a:pPr algn="l"/>
            <a:r>
              <a:rPr sz="1400" b="1" i="0" u="none">
                <a:solidFill>
                  <a:srgbClr val="026B9A"/>
                </a:solidFill>
                <a:latin typeface="Inter"/>
              </a:rPr>
              <a:t>Khi luật pháp thay đổi</a:t>
            </a:r>
          </a:p>
        </p:txBody>
      </p:sp>
      <p:sp>
        <p:nvSpPr>
          <p:cNvPr id="31" name="TextBox 30"/>
          <p:cNvSpPr txBox="1"/>
          <p:nvPr/>
        </p:nvSpPr>
        <p:spPr>
          <a:xfrm>
            <a:off x="1219200" y="4718893"/>
            <a:ext cx="4629150" cy="398561"/>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“Luật mới ảnh hưởng gì?” → AD Legal cập nhật &amp; hướng dẫn điều chỉnh kịp thời.</a:t>
            </a:r>
          </a:p>
        </p:txBody>
      </p:sp>
      <p:pic>
        <p:nvPicPr>
          <p:cNvPr id="32" name="Picture 31" descr="image.png"/>
          <p:cNvPicPr>
            <a:picLocks noChangeAspect="1"/>
          </p:cNvPicPr>
          <p:nvPr/>
        </p:nvPicPr>
        <p:blipFill>
          <a:blip r:embed="rId18"/>
          <a:stretch>
            <a:fillRect/>
          </a:stretch>
        </p:blipFill>
        <p:spPr>
          <a:xfrm>
            <a:off x="6462712" y="4637930"/>
            <a:ext cx="161925" cy="161925"/>
          </a:xfrm>
          <a:prstGeom prst="rect">
            <a:avLst/>
          </a:prstGeom>
        </p:spPr>
      </p:pic>
      <p:sp>
        <p:nvSpPr>
          <p:cNvPr id="33" name="TextBox 32"/>
          <p:cNvSpPr txBox="1"/>
          <p:nvPr/>
        </p:nvSpPr>
        <p:spPr>
          <a:xfrm>
            <a:off x="6877050" y="4518868"/>
            <a:ext cx="4319587" cy="215444"/>
          </a:xfrm>
          <a:prstGeom prst="rect">
            <a:avLst/>
          </a:prstGeom>
          <a:noFill/>
        </p:spPr>
        <p:txBody>
          <a:bodyPr wrap="square" lIns="0" tIns="0" rIns="0" bIns="0" anchor="t">
            <a:spAutoFit/>
          </a:bodyPr>
          <a:lstStyle/>
          <a:p>
            <a:pPr algn="l"/>
            <a:r>
              <a:rPr sz="1400" b="1" i="0" u="none">
                <a:solidFill>
                  <a:srgbClr val="026B9A"/>
                </a:solidFill>
                <a:latin typeface="Inter"/>
              </a:rPr>
              <a:t>Khi chuẩn bị giao dịch lớn</a:t>
            </a:r>
          </a:p>
        </p:txBody>
      </p:sp>
      <p:sp>
        <p:nvSpPr>
          <p:cNvPr id="34" name="TextBox 33"/>
          <p:cNvSpPr txBox="1"/>
          <p:nvPr/>
        </p:nvSpPr>
        <p:spPr>
          <a:xfrm>
            <a:off x="6877050" y="4718893"/>
            <a:ext cx="4629150" cy="194540"/>
          </a:xfrm>
          <a:prstGeom prst="rect">
            <a:avLst/>
          </a:prstGeom>
          <a:noFill/>
        </p:spPr>
        <p:txBody>
          <a:bodyPr wrap="square" lIns="0" tIns="0" rIns="0" bIns="0" anchor="t">
            <a:spAutoFit/>
          </a:bodyPr>
          <a:lstStyle/>
          <a:p>
            <a:pPr algn="just">
              <a:lnSpc>
                <a:spcPts val="1569"/>
              </a:lnSpc>
            </a:pPr>
            <a:r>
              <a:rPr sz="1200" b="0" i="0" u="none">
                <a:solidFill>
                  <a:srgbClr val="475569"/>
                </a:solidFill>
                <a:latin typeface="Inter"/>
              </a:rPr>
              <a:t>“Cần kiểm soát rủi ro gì?” → AD Legal hỗ trợ thẩm định &amp; thương lượng.</a:t>
            </a:r>
          </a:p>
        </p:txBody>
      </p:sp>
      <p:pic>
        <p:nvPicPr>
          <p:cNvPr id="36" name="Picture 35">
            <a:extLst>
              <a:ext uri="{FF2B5EF4-FFF2-40B4-BE49-F238E27FC236}">
                <a16:creationId xmlns:a16="http://schemas.microsoft.com/office/drawing/2014/main" id="{2900702D-A6BD-42F3-04E3-57C82AD699B7}"/>
              </a:ext>
            </a:extLst>
          </p:cNvPr>
          <p:cNvPicPr>
            <a:picLocks noChangeAspect="1"/>
          </p:cNvPicPr>
          <p:nvPr/>
        </p:nvPicPr>
        <p:blipFill>
          <a:blip r:embed="rId19"/>
          <a:stretch>
            <a:fillRect/>
          </a:stretch>
        </p:blipFill>
        <p:spPr>
          <a:xfrm>
            <a:off x="0" y="-175508"/>
            <a:ext cx="1793752" cy="1793752"/>
          </a:xfrm>
          <a:prstGeom prst="rect">
            <a:avLst/>
          </a:prstGeom>
        </p:spPr>
      </p:pic>
      <p:pic>
        <p:nvPicPr>
          <p:cNvPr id="42" name="Picture 41">
            <a:extLst>
              <a:ext uri="{FF2B5EF4-FFF2-40B4-BE49-F238E27FC236}">
                <a16:creationId xmlns:a16="http://schemas.microsoft.com/office/drawing/2014/main" id="{FEA31FC2-210E-11CD-7AF6-394FA3368A29}"/>
              </a:ext>
            </a:extLst>
          </p:cNvPr>
          <p:cNvPicPr>
            <a:picLocks noChangeAspect="1"/>
          </p:cNvPicPr>
          <p:nvPr/>
        </p:nvPicPr>
        <p:blipFill>
          <a:blip r:embed="rId20"/>
          <a:stretch>
            <a:fillRect/>
          </a:stretch>
        </p:blipFill>
        <p:spPr>
          <a:xfrm>
            <a:off x="9715500" y="273844"/>
            <a:ext cx="2347800" cy="15527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4534792"/>
            <a:ext cx="11144250" cy="540990"/>
          </a:xfrm>
          <a:prstGeom prst="rect">
            <a:avLst/>
          </a:prstGeom>
        </p:spPr>
      </p:pic>
      <p:sp>
        <p:nvSpPr>
          <p:cNvPr id="4" name="TextBox 3"/>
          <p:cNvSpPr txBox="1"/>
          <p:nvPr/>
        </p:nvSpPr>
        <p:spPr>
          <a:xfrm>
            <a:off x="523875" y="1380974"/>
            <a:ext cx="11668125" cy="381000"/>
          </a:xfrm>
          <a:prstGeom prst="rect">
            <a:avLst/>
          </a:prstGeom>
          <a:noFill/>
        </p:spPr>
        <p:txBody>
          <a:bodyPr wrap="square" lIns="0" tIns="0" rIns="0" bIns="0" anchor="ctr">
            <a:spAutoFit/>
          </a:bodyPr>
          <a:lstStyle/>
          <a:p>
            <a:pPr algn="l">
              <a:lnSpc>
                <a:spcPts val="3000"/>
              </a:lnSpc>
            </a:pPr>
            <a:r>
              <a:rPr sz="2400" b="0" i="0" u="none">
                <a:solidFill>
                  <a:srgbClr val="026B9A"/>
                </a:solidFill>
                <a:latin typeface="Plus Jakarta Sans ExtraBold"/>
              </a:rPr>
              <a:t>Mô Hình Làm Việc 5 Bước Chuyên Nghiệp</a:t>
            </a:r>
          </a:p>
        </p:txBody>
      </p:sp>
      <p:sp>
        <p:nvSpPr>
          <p:cNvPr id="5" name="Rounded Rectangle 4"/>
          <p:cNvSpPr/>
          <p:nvPr/>
        </p:nvSpPr>
        <p:spPr>
          <a:xfrm>
            <a:off x="523875" y="809625"/>
            <a:ext cx="4953895" cy="28575"/>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15429" y="3315592"/>
            <a:ext cx="9361141" cy="381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9625" y="4687192"/>
            <a:ext cx="10610850" cy="236190"/>
          </a:xfrm>
          <a:prstGeom prst="rect">
            <a:avLst/>
          </a:prstGeom>
          <a:noFill/>
        </p:spPr>
        <p:txBody>
          <a:bodyPr wrap="square" lIns="228600" tIns="0" rIns="0" bIns="0" anchor="t">
            <a:spAutoFit/>
          </a:bodyPr>
          <a:lstStyle/>
          <a:p>
            <a:pPr algn="ctr">
              <a:lnSpc>
                <a:spcPts val="1860"/>
              </a:lnSpc>
            </a:pPr>
            <a:r>
              <a:rPr sz="1400" b="1" i="0" u="none">
                <a:solidFill>
                  <a:srgbClr val="026B9A"/>
                </a:solidFill>
                <a:latin typeface="Inter"/>
              </a:rPr>
              <a:t>Một đầu mối pháp lý quen thuộc – Am hiểu sâu sắc doanh nghiệp – Hỗ trợ nhanh chóng &amp; xuyên suốt.</a:t>
            </a:r>
          </a:p>
        </p:txBody>
      </p:sp>
      <p:pic>
        <p:nvPicPr>
          <p:cNvPr id="8" name="Picture 7" descr="image.png"/>
          <p:cNvPicPr>
            <a:picLocks noChangeAspect="1"/>
          </p:cNvPicPr>
          <p:nvPr/>
        </p:nvPicPr>
        <p:blipFill>
          <a:blip r:embed="rId4"/>
          <a:stretch>
            <a:fillRect/>
          </a:stretch>
        </p:blipFill>
        <p:spPr>
          <a:xfrm>
            <a:off x="1183927" y="2515492"/>
            <a:ext cx="685800" cy="685800"/>
          </a:xfrm>
          <a:prstGeom prst="rect">
            <a:avLst/>
          </a:prstGeom>
        </p:spPr>
      </p:pic>
      <p:pic>
        <p:nvPicPr>
          <p:cNvPr id="9" name="Picture 8" descr="image.png"/>
          <p:cNvPicPr>
            <a:picLocks noChangeAspect="1"/>
          </p:cNvPicPr>
          <p:nvPr/>
        </p:nvPicPr>
        <p:blipFill>
          <a:blip r:embed="rId5"/>
          <a:stretch>
            <a:fillRect/>
          </a:stretch>
        </p:blipFill>
        <p:spPr>
          <a:xfrm>
            <a:off x="1226790" y="3353692"/>
            <a:ext cx="600075" cy="171450"/>
          </a:xfrm>
          <a:prstGeom prst="rect">
            <a:avLst/>
          </a:prstGeom>
        </p:spPr>
      </p:pic>
      <p:sp>
        <p:nvSpPr>
          <p:cNvPr id="10" name="TextBox 9"/>
          <p:cNvSpPr txBox="1"/>
          <p:nvPr/>
        </p:nvSpPr>
        <p:spPr>
          <a:xfrm>
            <a:off x="1122015" y="3582292"/>
            <a:ext cx="881062" cy="215444"/>
          </a:xfrm>
          <a:prstGeom prst="rect">
            <a:avLst/>
          </a:prstGeom>
          <a:noFill/>
        </p:spPr>
        <p:txBody>
          <a:bodyPr wrap="square" lIns="0" tIns="0" rIns="0" bIns="0" anchor="t">
            <a:spAutoFit/>
          </a:bodyPr>
          <a:lstStyle/>
          <a:p>
            <a:pPr algn="ctr"/>
            <a:r>
              <a:rPr sz="1400" b="1" i="0" u="none">
                <a:solidFill>
                  <a:srgbClr val="013750"/>
                </a:solidFill>
                <a:latin typeface="Inter"/>
              </a:rPr>
              <a:t>TIẾP NHẬN</a:t>
            </a:r>
          </a:p>
        </p:txBody>
      </p:sp>
      <p:sp>
        <p:nvSpPr>
          <p:cNvPr id="11" name="TextBox 10"/>
          <p:cNvSpPr txBox="1"/>
          <p:nvPr/>
        </p:nvSpPr>
        <p:spPr>
          <a:xfrm>
            <a:off x="523875" y="3820417"/>
            <a:ext cx="2005905" cy="333375"/>
          </a:xfrm>
          <a:prstGeom prst="rect">
            <a:avLst/>
          </a:prstGeom>
          <a:noFill/>
        </p:spPr>
        <p:txBody>
          <a:bodyPr wrap="square" lIns="0" tIns="0" rIns="0" bIns="0" anchor="t">
            <a:spAutoFit/>
          </a:bodyPr>
          <a:lstStyle/>
          <a:p>
            <a:pPr algn="ctr">
              <a:lnSpc>
                <a:spcPts val="1312"/>
              </a:lnSpc>
            </a:pPr>
            <a:r>
              <a:rPr sz="1200" b="0" i="0" u="none">
                <a:solidFill>
                  <a:srgbClr val="64748B"/>
                </a:solidFill>
                <a:latin typeface="Inter"/>
              </a:rPr>
              <a:t>Ghi nhận thông tin &amp; yêu cầu pháp lý từ </a:t>
            </a:r>
            <a:r>
              <a:rPr lang="vi-VN" sz="1200" b="0" i="0" u="none">
                <a:solidFill>
                  <a:srgbClr val="64748B"/>
                </a:solidFill>
                <a:latin typeface="Inter"/>
              </a:rPr>
              <a:t>doanh nghiệp</a:t>
            </a:r>
            <a:r>
              <a:rPr sz="1200" b="0" i="0" u="none">
                <a:solidFill>
                  <a:srgbClr val="64748B"/>
                </a:solidFill>
                <a:latin typeface="Inter"/>
              </a:rPr>
              <a:t>.</a:t>
            </a:r>
          </a:p>
        </p:txBody>
      </p:sp>
      <p:pic>
        <p:nvPicPr>
          <p:cNvPr id="12" name="Picture 11" descr="image.png"/>
          <p:cNvPicPr>
            <a:picLocks noChangeAspect="1"/>
          </p:cNvPicPr>
          <p:nvPr/>
        </p:nvPicPr>
        <p:blipFill>
          <a:blip r:embed="rId4"/>
          <a:stretch>
            <a:fillRect/>
          </a:stretch>
        </p:blipFill>
        <p:spPr>
          <a:xfrm>
            <a:off x="3468439" y="2515492"/>
            <a:ext cx="685800" cy="685800"/>
          </a:xfrm>
          <a:prstGeom prst="rect">
            <a:avLst/>
          </a:prstGeom>
        </p:spPr>
      </p:pic>
      <p:pic>
        <p:nvPicPr>
          <p:cNvPr id="13" name="Picture 12" descr="image.png"/>
          <p:cNvPicPr>
            <a:picLocks noChangeAspect="1"/>
          </p:cNvPicPr>
          <p:nvPr/>
        </p:nvPicPr>
        <p:blipFill>
          <a:blip r:embed="rId6"/>
          <a:stretch>
            <a:fillRect/>
          </a:stretch>
        </p:blipFill>
        <p:spPr>
          <a:xfrm>
            <a:off x="3501776" y="3353692"/>
            <a:ext cx="619125" cy="171450"/>
          </a:xfrm>
          <a:prstGeom prst="rect">
            <a:avLst/>
          </a:prstGeom>
        </p:spPr>
      </p:pic>
      <p:sp>
        <p:nvSpPr>
          <p:cNvPr id="14" name="TextBox 13"/>
          <p:cNvSpPr txBox="1"/>
          <p:nvPr/>
        </p:nvSpPr>
        <p:spPr>
          <a:xfrm>
            <a:off x="3439864" y="3582292"/>
            <a:ext cx="757238" cy="215444"/>
          </a:xfrm>
          <a:prstGeom prst="rect">
            <a:avLst/>
          </a:prstGeom>
          <a:noFill/>
        </p:spPr>
        <p:txBody>
          <a:bodyPr wrap="square" lIns="0" tIns="0" rIns="0" bIns="0" anchor="t">
            <a:spAutoFit/>
          </a:bodyPr>
          <a:lstStyle/>
          <a:p>
            <a:pPr algn="ctr"/>
            <a:r>
              <a:rPr sz="1400" b="1" i="0" u="none">
                <a:solidFill>
                  <a:srgbClr val="013750"/>
                </a:solidFill>
                <a:latin typeface="Inter"/>
              </a:rPr>
              <a:t>ĐÁNH GIÁ</a:t>
            </a:r>
          </a:p>
        </p:txBody>
      </p:sp>
      <p:sp>
        <p:nvSpPr>
          <p:cNvPr id="15" name="TextBox 14"/>
          <p:cNvSpPr txBox="1"/>
          <p:nvPr/>
        </p:nvSpPr>
        <p:spPr>
          <a:xfrm>
            <a:off x="2808386" y="3820417"/>
            <a:ext cx="2005905" cy="333375"/>
          </a:xfrm>
          <a:prstGeom prst="rect">
            <a:avLst/>
          </a:prstGeom>
          <a:noFill/>
        </p:spPr>
        <p:txBody>
          <a:bodyPr wrap="square" lIns="0" tIns="0" rIns="0" bIns="0" anchor="t">
            <a:spAutoFit/>
          </a:bodyPr>
          <a:lstStyle/>
          <a:p>
            <a:pPr algn="ctr">
              <a:lnSpc>
                <a:spcPts val="1312"/>
              </a:lnSpc>
            </a:pPr>
            <a:r>
              <a:rPr sz="1200" b="0" i="0" u="none">
                <a:solidFill>
                  <a:srgbClr val="64748B"/>
                </a:solidFill>
                <a:latin typeface="Inter"/>
              </a:rPr>
              <a:t>Nghiên cứu hồ sơ, phân tích quy định &amp; rủi ro.</a:t>
            </a:r>
          </a:p>
        </p:txBody>
      </p:sp>
      <p:pic>
        <p:nvPicPr>
          <p:cNvPr id="16" name="Picture 15" descr="image.png"/>
          <p:cNvPicPr>
            <a:picLocks noChangeAspect="1"/>
          </p:cNvPicPr>
          <p:nvPr/>
        </p:nvPicPr>
        <p:blipFill>
          <a:blip r:embed="rId7"/>
          <a:stretch>
            <a:fillRect/>
          </a:stretch>
        </p:blipFill>
        <p:spPr>
          <a:xfrm>
            <a:off x="5752951" y="2515492"/>
            <a:ext cx="685800" cy="685800"/>
          </a:xfrm>
          <a:prstGeom prst="rect">
            <a:avLst/>
          </a:prstGeom>
        </p:spPr>
      </p:pic>
      <p:pic>
        <p:nvPicPr>
          <p:cNvPr id="17" name="Picture 16" descr="image.png"/>
          <p:cNvPicPr>
            <a:picLocks noChangeAspect="1"/>
          </p:cNvPicPr>
          <p:nvPr/>
        </p:nvPicPr>
        <p:blipFill>
          <a:blip r:embed="rId8"/>
          <a:stretch>
            <a:fillRect/>
          </a:stretch>
        </p:blipFill>
        <p:spPr>
          <a:xfrm>
            <a:off x="5786288" y="3353692"/>
            <a:ext cx="619125" cy="171450"/>
          </a:xfrm>
          <a:prstGeom prst="rect">
            <a:avLst/>
          </a:prstGeom>
        </p:spPr>
      </p:pic>
      <p:sp>
        <p:nvSpPr>
          <p:cNvPr id="18" name="TextBox 17"/>
          <p:cNvSpPr txBox="1"/>
          <p:nvPr/>
        </p:nvSpPr>
        <p:spPr>
          <a:xfrm>
            <a:off x="5810100" y="3582292"/>
            <a:ext cx="585787" cy="215444"/>
          </a:xfrm>
          <a:prstGeom prst="rect">
            <a:avLst/>
          </a:prstGeom>
          <a:noFill/>
        </p:spPr>
        <p:txBody>
          <a:bodyPr wrap="square" lIns="0" tIns="0" rIns="0" bIns="0" anchor="t">
            <a:spAutoFit/>
          </a:bodyPr>
          <a:lstStyle/>
          <a:p>
            <a:pPr algn="ctr"/>
            <a:r>
              <a:rPr sz="1400" b="1" i="0" u="none">
                <a:solidFill>
                  <a:srgbClr val="013750"/>
                </a:solidFill>
                <a:latin typeface="Inter"/>
              </a:rPr>
              <a:t>TƯ VẤN</a:t>
            </a:r>
          </a:p>
        </p:txBody>
      </p:sp>
      <p:sp>
        <p:nvSpPr>
          <p:cNvPr id="19" name="TextBox 18"/>
          <p:cNvSpPr txBox="1"/>
          <p:nvPr/>
        </p:nvSpPr>
        <p:spPr>
          <a:xfrm>
            <a:off x="5092898" y="3820417"/>
            <a:ext cx="2005905" cy="333375"/>
          </a:xfrm>
          <a:prstGeom prst="rect">
            <a:avLst/>
          </a:prstGeom>
          <a:noFill/>
        </p:spPr>
        <p:txBody>
          <a:bodyPr wrap="square" lIns="0" tIns="0" rIns="0" bIns="0" anchor="t">
            <a:spAutoFit/>
          </a:bodyPr>
          <a:lstStyle/>
          <a:p>
            <a:pPr algn="ctr">
              <a:lnSpc>
                <a:spcPts val="1312"/>
              </a:lnSpc>
            </a:pPr>
            <a:r>
              <a:rPr sz="1200" b="0" i="0" u="none">
                <a:solidFill>
                  <a:srgbClr val="64748B"/>
                </a:solidFill>
                <a:latin typeface="Inter"/>
              </a:rPr>
              <a:t>Đề xuất phương án xử lý khả thi &amp; an toàn.</a:t>
            </a:r>
          </a:p>
        </p:txBody>
      </p:sp>
      <p:pic>
        <p:nvPicPr>
          <p:cNvPr id="20" name="Picture 19" descr="image.png"/>
          <p:cNvPicPr>
            <a:picLocks noChangeAspect="1"/>
          </p:cNvPicPr>
          <p:nvPr/>
        </p:nvPicPr>
        <p:blipFill>
          <a:blip r:embed="rId9"/>
          <a:stretch>
            <a:fillRect/>
          </a:stretch>
        </p:blipFill>
        <p:spPr>
          <a:xfrm>
            <a:off x="8037462" y="2515492"/>
            <a:ext cx="685800" cy="685800"/>
          </a:xfrm>
          <a:prstGeom prst="rect">
            <a:avLst/>
          </a:prstGeom>
        </p:spPr>
      </p:pic>
      <p:pic>
        <p:nvPicPr>
          <p:cNvPr id="21" name="Picture 20" descr="image.png"/>
          <p:cNvPicPr>
            <a:picLocks noChangeAspect="1"/>
          </p:cNvPicPr>
          <p:nvPr/>
        </p:nvPicPr>
        <p:blipFill>
          <a:blip r:embed="rId10"/>
          <a:stretch>
            <a:fillRect/>
          </a:stretch>
        </p:blipFill>
        <p:spPr>
          <a:xfrm>
            <a:off x="8066037" y="3353692"/>
            <a:ext cx="628650" cy="171450"/>
          </a:xfrm>
          <a:prstGeom prst="rect">
            <a:avLst/>
          </a:prstGeom>
        </p:spPr>
      </p:pic>
      <p:sp>
        <p:nvSpPr>
          <p:cNvPr id="22" name="TextBox 21"/>
          <p:cNvSpPr txBox="1"/>
          <p:nvPr/>
        </p:nvSpPr>
        <p:spPr>
          <a:xfrm>
            <a:off x="7956500" y="3582292"/>
            <a:ext cx="881062" cy="215444"/>
          </a:xfrm>
          <a:prstGeom prst="rect">
            <a:avLst/>
          </a:prstGeom>
          <a:noFill/>
        </p:spPr>
        <p:txBody>
          <a:bodyPr wrap="square" lIns="0" tIns="0" rIns="0" bIns="0" anchor="t">
            <a:spAutoFit/>
          </a:bodyPr>
          <a:lstStyle/>
          <a:p>
            <a:pPr algn="ctr"/>
            <a:r>
              <a:rPr sz="1400" b="1" i="0" u="none">
                <a:solidFill>
                  <a:srgbClr val="013750"/>
                </a:solidFill>
                <a:latin typeface="Inter"/>
              </a:rPr>
              <a:t>TRIỂN KHAI</a:t>
            </a:r>
          </a:p>
        </p:txBody>
      </p:sp>
      <p:sp>
        <p:nvSpPr>
          <p:cNvPr id="23" name="TextBox 22"/>
          <p:cNvSpPr txBox="1"/>
          <p:nvPr/>
        </p:nvSpPr>
        <p:spPr>
          <a:xfrm>
            <a:off x="7537430" y="3854886"/>
            <a:ext cx="1741557" cy="333425"/>
          </a:xfrm>
          <a:prstGeom prst="rect">
            <a:avLst/>
          </a:prstGeom>
          <a:noFill/>
        </p:spPr>
        <p:txBody>
          <a:bodyPr wrap="square" lIns="0" tIns="0" rIns="0" bIns="0" anchor="t">
            <a:spAutoFit/>
          </a:bodyPr>
          <a:lstStyle/>
          <a:p>
            <a:pPr algn="ctr">
              <a:lnSpc>
                <a:spcPts val="1312"/>
              </a:lnSpc>
            </a:pPr>
            <a:r>
              <a:rPr sz="1200" b="0" i="0" u="none">
                <a:solidFill>
                  <a:srgbClr val="64748B"/>
                </a:solidFill>
                <a:latin typeface="Inter"/>
              </a:rPr>
              <a:t>Soạn thảo văn bản, hỗ trợ làm việc.</a:t>
            </a:r>
          </a:p>
        </p:txBody>
      </p:sp>
      <p:pic>
        <p:nvPicPr>
          <p:cNvPr id="24" name="Picture 23" descr="image.png"/>
          <p:cNvPicPr>
            <a:picLocks noChangeAspect="1"/>
          </p:cNvPicPr>
          <p:nvPr/>
        </p:nvPicPr>
        <p:blipFill>
          <a:blip r:embed="rId9"/>
          <a:stretch>
            <a:fillRect/>
          </a:stretch>
        </p:blipFill>
        <p:spPr>
          <a:xfrm>
            <a:off x="10321974" y="2515492"/>
            <a:ext cx="685800" cy="685800"/>
          </a:xfrm>
          <a:prstGeom prst="rect">
            <a:avLst/>
          </a:prstGeom>
        </p:spPr>
      </p:pic>
      <p:pic>
        <p:nvPicPr>
          <p:cNvPr id="25" name="Picture 24" descr="image.png"/>
          <p:cNvPicPr>
            <a:picLocks noChangeAspect="1"/>
          </p:cNvPicPr>
          <p:nvPr/>
        </p:nvPicPr>
        <p:blipFill>
          <a:blip r:embed="rId11"/>
          <a:stretch>
            <a:fillRect/>
          </a:stretch>
        </p:blipFill>
        <p:spPr>
          <a:xfrm>
            <a:off x="10355312" y="3353692"/>
            <a:ext cx="619125" cy="171450"/>
          </a:xfrm>
          <a:prstGeom prst="rect">
            <a:avLst/>
          </a:prstGeom>
        </p:spPr>
      </p:pic>
      <p:sp>
        <p:nvSpPr>
          <p:cNvPr id="26" name="TextBox 25"/>
          <p:cNvSpPr txBox="1"/>
          <p:nvPr/>
        </p:nvSpPr>
        <p:spPr>
          <a:xfrm>
            <a:off x="10183862" y="3582292"/>
            <a:ext cx="960388" cy="215444"/>
          </a:xfrm>
          <a:prstGeom prst="rect">
            <a:avLst/>
          </a:prstGeom>
          <a:noFill/>
        </p:spPr>
        <p:txBody>
          <a:bodyPr wrap="square" lIns="0" tIns="0" rIns="0" bIns="0" anchor="t">
            <a:spAutoFit/>
          </a:bodyPr>
          <a:lstStyle/>
          <a:p>
            <a:pPr algn="ctr"/>
            <a:r>
              <a:rPr sz="1400" b="1" i="0" u="none">
                <a:solidFill>
                  <a:srgbClr val="013750"/>
                </a:solidFill>
                <a:latin typeface="Inter"/>
              </a:rPr>
              <a:t>ĐỒNG HÀNH</a:t>
            </a:r>
          </a:p>
        </p:txBody>
      </p:sp>
      <p:sp>
        <p:nvSpPr>
          <p:cNvPr id="27" name="TextBox 26"/>
          <p:cNvSpPr txBox="1"/>
          <p:nvPr/>
        </p:nvSpPr>
        <p:spPr>
          <a:xfrm>
            <a:off x="9846677" y="3843457"/>
            <a:ext cx="1617613" cy="333425"/>
          </a:xfrm>
          <a:prstGeom prst="rect">
            <a:avLst/>
          </a:prstGeom>
          <a:noFill/>
        </p:spPr>
        <p:txBody>
          <a:bodyPr wrap="square" lIns="0" tIns="0" rIns="0" bIns="0" anchor="t">
            <a:spAutoFit/>
          </a:bodyPr>
          <a:lstStyle/>
          <a:p>
            <a:pPr algn="ctr">
              <a:lnSpc>
                <a:spcPts val="1312"/>
              </a:lnSpc>
            </a:pPr>
            <a:r>
              <a:rPr sz="1200" b="0" i="0" u="none">
                <a:solidFill>
                  <a:srgbClr val="64748B"/>
                </a:solidFill>
                <a:latin typeface="Inter"/>
              </a:rPr>
              <a:t>Theo dõi kết quả &amp; hỗ trợ dài hạn.</a:t>
            </a:r>
          </a:p>
        </p:txBody>
      </p:sp>
      <p:pic>
        <p:nvPicPr>
          <p:cNvPr id="28" name="Picture 27" descr="image.png"/>
          <p:cNvPicPr>
            <a:picLocks noChangeAspect="1"/>
          </p:cNvPicPr>
          <p:nvPr/>
        </p:nvPicPr>
        <p:blipFill>
          <a:blip r:embed="rId12"/>
          <a:stretch>
            <a:fillRect/>
          </a:stretch>
        </p:blipFill>
        <p:spPr>
          <a:xfrm>
            <a:off x="2224087" y="4725292"/>
            <a:ext cx="152400" cy="152400"/>
          </a:xfrm>
          <a:prstGeom prst="rect">
            <a:avLst/>
          </a:prstGeom>
        </p:spPr>
      </p:pic>
      <p:pic>
        <p:nvPicPr>
          <p:cNvPr id="29" name="Picture 28" descr="image.png"/>
          <p:cNvPicPr>
            <a:picLocks noChangeAspect="1"/>
          </p:cNvPicPr>
          <p:nvPr/>
        </p:nvPicPr>
        <p:blipFill>
          <a:blip r:embed="rId13"/>
          <a:stretch>
            <a:fillRect/>
          </a:stretch>
        </p:blipFill>
        <p:spPr>
          <a:xfrm>
            <a:off x="1412527" y="2744092"/>
            <a:ext cx="228600" cy="228600"/>
          </a:xfrm>
          <a:prstGeom prst="rect">
            <a:avLst/>
          </a:prstGeom>
        </p:spPr>
      </p:pic>
      <p:pic>
        <p:nvPicPr>
          <p:cNvPr id="30" name="Picture 29" descr="image.png"/>
          <p:cNvPicPr>
            <a:picLocks noChangeAspect="1"/>
          </p:cNvPicPr>
          <p:nvPr/>
        </p:nvPicPr>
        <p:blipFill>
          <a:blip r:embed="rId14"/>
          <a:stretch>
            <a:fillRect/>
          </a:stretch>
        </p:blipFill>
        <p:spPr>
          <a:xfrm>
            <a:off x="3697039" y="2744092"/>
            <a:ext cx="228600" cy="228600"/>
          </a:xfrm>
          <a:prstGeom prst="rect">
            <a:avLst/>
          </a:prstGeom>
        </p:spPr>
      </p:pic>
      <p:pic>
        <p:nvPicPr>
          <p:cNvPr id="31" name="Picture 30" descr="image.png"/>
          <p:cNvPicPr>
            <a:picLocks noChangeAspect="1"/>
          </p:cNvPicPr>
          <p:nvPr/>
        </p:nvPicPr>
        <p:blipFill>
          <a:blip r:embed="rId15"/>
          <a:stretch>
            <a:fillRect/>
          </a:stretch>
        </p:blipFill>
        <p:spPr>
          <a:xfrm>
            <a:off x="6010126" y="2744092"/>
            <a:ext cx="171450" cy="228600"/>
          </a:xfrm>
          <a:prstGeom prst="rect">
            <a:avLst/>
          </a:prstGeom>
        </p:spPr>
      </p:pic>
      <p:pic>
        <p:nvPicPr>
          <p:cNvPr id="32" name="Picture 31" descr="image.png"/>
          <p:cNvPicPr>
            <a:picLocks noChangeAspect="1"/>
          </p:cNvPicPr>
          <p:nvPr/>
        </p:nvPicPr>
        <p:blipFill>
          <a:blip r:embed="rId16"/>
          <a:stretch>
            <a:fillRect/>
          </a:stretch>
        </p:blipFill>
        <p:spPr>
          <a:xfrm>
            <a:off x="8251775" y="2744092"/>
            <a:ext cx="257175" cy="228600"/>
          </a:xfrm>
          <a:prstGeom prst="rect">
            <a:avLst/>
          </a:prstGeom>
        </p:spPr>
      </p:pic>
      <p:pic>
        <p:nvPicPr>
          <p:cNvPr id="33" name="Picture 32" descr="image.png"/>
          <p:cNvPicPr>
            <a:picLocks noChangeAspect="1"/>
          </p:cNvPicPr>
          <p:nvPr/>
        </p:nvPicPr>
        <p:blipFill>
          <a:blip r:embed="rId17"/>
          <a:stretch>
            <a:fillRect/>
          </a:stretch>
        </p:blipFill>
        <p:spPr>
          <a:xfrm>
            <a:off x="10550574" y="2744092"/>
            <a:ext cx="228600" cy="228600"/>
          </a:xfrm>
          <a:prstGeom prst="rect">
            <a:avLst/>
          </a:prstGeom>
        </p:spPr>
      </p:pic>
      <p:pic>
        <p:nvPicPr>
          <p:cNvPr id="35" name="Picture 34">
            <a:extLst>
              <a:ext uri="{FF2B5EF4-FFF2-40B4-BE49-F238E27FC236}">
                <a16:creationId xmlns:a16="http://schemas.microsoft.com/office/drawing/2014/main" id="{A1C0C8A2-246A-3500-7469-0EFA345BC390}"/>
              </a:ext>
            </a:extLst>
          </p:cNvPr>
          <p:cNvPicPr>
            <a:picLocks noChangeAspect="1"/>
          </p:cNvPicPr>
          <p:nvPr/>
        </p:nvPicPr>
        <p:blipFill>
          <a:blip r:embed="rId18"/>
          <a:stretch>
            <a:fillRect/>
          </a:stretch>
        </p:blipFill>
        <p:spPr>
          <a:xfrm>
            <a:off x="9715500" y="273844"/>
            <a:ext cx="2347800" cy="1552778"/>
          </a:xfrm>
          <a:prstGeom prst="rect">
            <a:avLst/>
          </a:prstGeom>
        </p:spPr>
      </p:pic>
      <p:pic>
        <p:nvPicPr>
          <p:cNvPr id="37" name="Picture 36">
            <a:extLst>
              <a:ext uri="{FF2B5EF4-FFF2-40B4-BE49-F238E27FC236}">
                <a16:creationId xmlns:a16="http://schemas.microsoft.com/office/drawing/2014/main" id="{78615497-D476-B3B9-30DC-07926B16B4AC}"/>
              </a:ext>
            </a:extLst>
          </p:cNvPr>
          <p:cNvPicPr>
            <a:picLocks noChangeAspect="1"/>
          </p:cNvPicPr>
          <p:nvPr/>
        </p:nvPicPr>
        <p:blipFill>
          <a:blip r:embed="rId19"/>
          <a:stretch>
            <a:fillRect/>
          </a:stretch>
        </p:blipFill>
        <p:spPr>
          <a:xfrm>
            <a:off x="0" y="-175508"/>
            <a:ext cx="1793752" cy="17937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2306538"/>
            <a:ext cx="5476875" cy="1103411"/>
          </a:xfrm>
          <a:prstGeom prst="rect">
            <a:avLst/>
          </a:prstGeom>
        </p:spPr>
      </p:pic>
      <p:pic>
        <p:nvPicPr>
          <p:cNvPr id="4" name="Picture 3" descr="image.png"/>
          <p:cNvPicPr>
            <a:picLocks noChangeAspect="1"/>
          </p:cNvPicPr>
          <p:nvPr/>
        </p:nvPicPr>
        <p:blipFill>
          <a:blip r:embed="rId4"/>
          <a:stretch>
            <a:fillRect/>
          </a:stretch>
        </p:blipFill>
        <p:spPr>
          <a:xfrm>
            <a:off x="6191250" y="2306538"/>
            <a:ext cx="5476875" cy="1103411"/>
          </a:xfrm>
          <a:prstGeom prst="rect">
            <a:avLst/>
          </a:prstGeom>
        </p:spPr>
      </p:pic>
      <p:pic>
        <p:nvPicPr>
          <p:cNvPr id="5" name="Picture 4" descr="image.png"/>
          <p:cNvPicPr>
            <a:picLocks noChangeAspect="1"/>
          </p:cNvPicPr>
          <p:nvPr/>
        </p:nvPicPr>
        <p:blipFill>
          <a:blip r:embed="rId5"/>
          <a:stretch>
            <a:fillRect/>
          </a:stretch>
        </p:blipFill>
        <p:spPr>
          <a:xfrm>
            <a:off x="523875" y="3600451"/>
            <a:ext cx="5476875" cy="1103412"/>
          </a:xfrm>
          <a:prstGeom prst="rect">
            <a:avLst/>
          </a:prstGeom>
        </p:spPr>
      </p:pic>
      <p:pic>
        <p:nvPicPr>
          <p:cNvPr id="6" name="Picture 5" descr="image.png"/>
          <p:cNvPicPr>
            <a:picLocks noChangeAspect="1"/>
          </p:cNvPicPr>
          <p:nvPr/>
        </p:nvPicPr>
        <p:blipFill>
          <a:blip r:embed="rId6"/>
          <a:stretch>
            <a:fillRect/>
          </a:stretch>
        </p:blipFill>
        <p:spPr>
          <a:xfrm>
            <a:off x="6191250" y="3600450"/>
            <a:ext cx="5476875" cy="1103413"/>
          </a:xfrm>
          <a:prstGeom prst="rect">
            <a:avLst/>
          </a:prstGeom>
        </p:spPr>
      </p:pic>
      <p:sp>
        <p:nvSpPr>
          <p:cNvPr id="8" name="TextBox 7"/>
          <p:cNvSpPr txBox="1"/>
          <p:nvPr/>
        </p:nvSpPr>
        <p:spPr>
          <a:xfrm>
            <a:off x="523875" y="1231701"/>
            <a:ext cx="11668125" cy="381000"/>
          </a:xfrm>
          <a:prstGeom prst="rect">
            <a:avLst/>
          </a:prstGeom>
          <a:noFill/>
        </p:spPr>
        <p:txBody>
          <a:bodyPr wrap="square" lIns="0" tIns="0" rIns="0" bIns="0" anchor="ctr">
            <a:spAutoFit/>
          </a:bodyPr>
          <a:lstStyle/>
          <a:p>
            <a:pPr algn="l">
              <a:lnSpc>
                <a:spcPts val="3000"/>
              </a:lnSpc>
            </a:pPr>
            <a:r>
              <a:rPr sz="2400" b="0" i="0" u="none">
                <a:solidFill>
                  <a:srgbClr val="026B9A"/>
                </a:solidFill>
                <a:latin typeface="Plus Jakarta Sans ExtraBold"/>
              </a:rPr>
              <a:t>Đối Tượng Khách Hàng Phù Hợp</a:t>
            </a:r>
          </a:p>
        </p:txBody>
      </p:sp>
      <p:sp>
        <p:nvSpPr>
          <p:cNvPr id="9" name="Rounded Rectangle 8"/>
          <p:cNvSpPr/>
          <p:nvPr/>
        </p:nvSpPr>
        <p:spPr>
          <a:xfrm>
            <a:off x="523875" y="809625"/>
            <a:ext cx="6347374" cy="28575"/>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7"/>
          <a:stretch>
            <a:fillRect/>
          </a:stretch>
        </p:blipFill>
        <p:spPr>
          <a:xfrm>
            <a:off x="742950" y="2525613"/>
            <a:ext cx="476250" cy="476250"/>
          </a:xfrm>
          <a:prstGeom prst="rect">
            <a:avLst/>
          </a:prstGeom>
        </p:spPr>
      </p:pic>
      <p:pic>
        <p:nvPicPr>
          <p:cNvPr id="11" name="Picture 10" descr="image.png"/>
          <p:cNvPicPr>
            <a:picLocks noChangeAspect="1"/>
          </p:cNvPicPr>
          <p:nvPr/>
        </p:nvPicPr>
        <p:blipFill>
          <a:blip r:embed="rId7"/>
          <a:stretch>
            <a:fillRect/>
          </a:stretch>
        </p:blipFill>
        <p:spPr>
          <a:xfrm>
            <a:off x="6410325" y="2525613"/>
            <a:ext cx="476250" cy="476250"/>
          </a:xfrm>
          <a:prstGeom prst="rect">
            <a:avLst/>
          </a:prstGeom>
        </p:spPr>
      </p:pic>
      <p:pic>
        <p:nvPicPr>
          <p:cNvPr id="12" name="Picture 11" descr="image.png"/>
          <p:cNvPicPr>
            <a:picLocks noChangeAspect="1"/>
          </p:cNvPicPr>
          <p:nvPr/>
        </p:nvPicPr>
        <p:blipFill>
          <a:blip r:embed="rId8"/>
          <a:stretch>
            <a:fillRect/>
          </a:stretch>
        </p:blipFill>
        <p:spPr>
          <a:xfrm>
            <a:off x="742950" y="3819525"/>
            <a:ext cx="476250" cy="476250"/>
          </a:xfrm>
          <a:prstGeom prst="rect">
            <a:avLst/>
          </a:prstGeom>
        </p:spPr>
      </p:pic>
      <p:pic>
        <p:nvPicPr>
          <p:cNvPr id="13" name="Picture 12" descr="image.png"/>
          <p:cNvPicPr>
            <a:picLocks noChangeAspect="1"/>
          </p:cNvPicPr>
          <p:nvPr/>
        </p:nvPicPr>
        <p:blipFill>
          <a:blip r:embed="rId9"/>
          <a:stretch>
            <a:fillRect/>
          </a:stretch>
        </p:blipFill>
        <p:spPr>
          <a:xfrm>
            <a:off x="876300" y="2658963"/>
            <a:ext cx="209550" cy="209550"/>
          </a:xfrm>
          <a:prstGeom prst="rect">
            <a:avLst/>
          </a:prstGeom>
        </p:spPr>
      </p:pic>
      <p:sp>
        <p:nvSpPr>
          <p:cNvPr id="14" name="TextBox 13"/>
          <p:cNvSpPr txBox="1"/>
          <p:nvPr/>
        </p:nvSpPr>
        <p:spPr>
          <a:xfrm>
            <a:off x="1371600" y="2525613"/>
            <a:ext cx="4630578" cy="215444"/>
          </a:xfrm>
          <a:prstGeom prst="rect">
            <a:avLst/>
          </a:prstGeom>
          <a:noFill/>
        </p:spPr>
        <p:txBody>
          <a:bodyPr wrap="square" lIns="0" tIns="0" rIns="0" bIns="0" anchor="t">
            <a:spAutoFit/>
          </a:bodyPr>
          <a:lstStyle/>
          <a:p>
            <a:pPr algn="l"/>
            <a:r>
              <a:rPr sz="1400" b="1" i="0" u="none">
                <a:solidFill>
                  <a:srgbClr val="026B9A"/>
                </a:solidFill>
                <a:latin typeface="Plus Jakarta Sans"/>
              </a:rPr>
              <a:t>Doanh Nghiệp FDI &amp; Nước Ngoài</a:t>
            </a:r>
          </a:p>
        </p:txBody>
      </p:sp>
      <p:sp>
        <p:nvSpPr>
          <p:cNvPr id="15" name="TextBox 14"/>
          <p:cNvSpPr txBox="1"/>
          <p:nvPr/>
        </p:nvSpPr>
        <p:spPr>
          <a:xfrm>
            <a:off x="1371600" y="2792313"/>
            <a:ext cx="4410075" cy="398561"/>
          </a:xfrm>
          <a:prstGeom prst="rect">
            <a:avLst/>
          </a:prstGeom>
          <a:noFill/>
        </p:spPr>
        <p:txBody>
          <a:bodyPr wrap="square" lIns="0" tIns="0" rIns="0" bIns="0" anchor="t">
            <a:spAutoFit/>
          </a:bodyPr>
          <a:lstStyle/>
          <a:p>
            <a:pPr algn="just">
              <a:lnSpc>
                <a:spcPts val="1569"/>
              </a:lnSpc>
            </a:pPr>
            <a:r>
              <a:rPr sz="1200" b="0" i="0" u="none">
                <a:solidFill>
                  <a:srgbClr val="475569"/>
                </a:solidFill>
                <a:latin typeface="Inter"/>
              </a:rPr>
              <a:t>Cần bộ phận pháp lý bên ngoài tại Việt Nam am hiểu bản địa để hỗ trợ toàn bộ hoạt động vận hành &amp; tuân thủ.</a:t>
            </a:r>
          </a:p>
        </p:txBody>
      </p:sp>
      <p:pic>
        <p:nvPicPr>
          <p:cNvPr id="16" name="Picture 15" descr="image.png"/>
          <p:cNvPicPr>
            <a:picLocks noChangeAspect="1"/>
          </p:cNvPicPr>
          <p:nvPr/>
        </p:nvPicPr>
        <p:blipFill>
          <a:blip r:embed="rId10"/>
          <a:stretch>
            <a:fillRect/>
          </a:stretch>
        </p:blipFill>
        <p:spPr>
          <a:xfrm>
            <a:off x="6543675" y="2658963"/>
            <a:ext cx="209550" cy="209550"/>
          </a:xfrm>
          <a:prstGeom prst="rect">
            <a:avLst/>
          </a:prstGeom>
        </p:spPr>
      </p:pic>
      <p:sp>
        <p:nvSpPr>
          <p:cNvPr id="17" name="TextBox 16"/>
          <p:cNvSpPr txBox="1"/>
          <p:nvPr/>
        </p:nvSpPr>
        <p:spPr>
          <a:xfrm>
            <a:off x="7038975" y="2525613"/>
            <a:ext cx="4630578" cy="215444"/>
          </a:xfrm>
          <a:prstGeom prst="rect">
            <a:avLst/>
          </a:prstGeom>
          <a:noFill/>
        </p:spPr>
        <p:txBody>
          <a:bodyPr wrap="square" lIns="0" tIns="0" rIns="0" bIns="0" anchor="t">
            <a:spAutoFit/>
          </a:bodyPr>
          <a:lstStyle/>
          <a:p>
            <a:pPr algn="l"/>
            <a:r>
              <a:rPr sz="1400" b="1" i="0" u="none">
                <a:solidFill>
                  <a:srgbClr val="026B9A"/>
                </a:solidFill>
                <a:latin typeface="Plus Jakarta Sans"/>
              </a:rPr>
              <a:t>Doanh Nghiệp Vừa &amp; Nhỏ (SME)</a:t>
            </a:r>
          </a:p>
        </p:txBody>
      </p:sp>
      <p:sp>
        <p:nvSpPr>
          <p:cNvPr id="18" name="TextBox 17"/>
          <p:cNvSpPr txBox="1"/>
          <p:nvPr/>
        </p:nvSpPr>
        <p:spPr>
          <a:xfrm>
            <a:off x="7038975" y="2792313"/>
            <a:ext cx="4410075" cy="398561"/>
          </a:xfrm>
          <a:prstGeom prst="rect">
            <a:avLst/>
          </a:prstGeom>
          <a:noFill/>
        </p:spPr>
        <p:txBody>
          <a:bodyPr wrap="square" lIns="0" tIns="0" rIns="0" bIns="0" anchor="t">
            <a:spAutoFit/>
          </a:bodyPr>
          <a:lstStyle/>
          <a:p>
            <a:pPr algn="just">
              <a:lnSpc>
                <a:spcPts val="1569"/>
              </a:lnSpc>
            </a:pPr>
            <a:r>
              <a:rPr sz="1200" b="0" i="0" u="none">
                <a:solidFill>
                  <a:srgbClr val="475569"/>
                </a:solidFill>
                <a:latin typeface="Inter"/>
              </a:rPr>
              <a:t>Tối ưu chi phí, chưa cần thiết lập bộ phận pháp chế nội bộ nhưng vẫn cần được tư vấn chuyên sâu thường xuyên.</a:t>
            </a:r>
          </a:p>
        </p:txBody>
      </p:sp>
      <p:pic>
        <p:nvPicPr>
          <p:cNvPr id="19" name="Picture 18" descr="image.png"/>
          <p:cNvPicPr>
            <a:picLocks noChangeAspect="1"/>
          </p:cNvPicPr>
          <p:nvPr/>
        </p:nvPicPr>
        <p:blipFill>
          <a:blip r:embed="rId11"/>
          <a:stretch>
            <a:fillRect/>
          </a:stretch>
        </p:blipFill>
        <p:spPr>
          <a:xfrm>
            <a:off x="876300" y="3952875"/>
            <a:ext cx="209550" cy="209550"/>
          </a:xfrm>
          <a:prstGeom prst="rect">
            <a:avLst/>
          </a:prstGeom>
        </p:spPr>
      </p:pic>
      <p:sp>
        <p:nvSpPr>
          <p:cNvPr id="20" name="TextBox 19"/>
          <p:cNvSpPr txBox="1"/>
          <p:nvPr/>
        </p:nvSpPr>
        <p:spPr>
          <a:xfrm>
            <a:off x="1371600" y="3819525"/>
            <a:ext cx="4630578" cy="215444"/>
          </a:xfrm>
          <a:prstGeom prst="rect">
            <a:avLst/>
          </a:prstGeom>
          <a:noFill/>
        </p:spPr>
        <p:txBody>
          <a:bodyPr wrap="square" lIns="0" tIns="0" rIns="0" bIns="0" anchor="t">
            <a:spAutoFit/>
          </a:bodyPr>
          <a:lstStyle/>
          <a:p>
            <a:pPr algn="l"/>
            <a:r>
              <a:rPr sz="1400" b="1" i="0" u="none">
                <a:solidFill>
                  <a:srgbClr val="026B9A"/>
                </a:solidFill>
                <a:latin typeface="Plus Jakarta Sans"/>
              </a:rPr>
              <a:t>Doanh Nghiệp Đang Tăng Trưởng</a:t>
            </a:r>
          </a:p>
        </p:txBody>
      </p:sp>
      <p:sp>
        <p:nvSpPr>
          <p:cNvPr id="21" name="TextBox 20"/>
          <p:cNvSpPr txBox="1"/>
          <p:nvPr/>
        </p:nvSpPr>
        <p:spPr>
          <a:xfrm>
            <a:off x="1371600" y="4086225"/>
            <a:ext cx="4410075" cy="398561"/>
          </a:xfrm>
          <a:prstGeom prst="rect">
            <a:avLst/>
          </a:prstGeom>
          <a:noFill/>
        </p:spPr>
        <p:txBody>
          <a:bodyPr wrap="square" lIns="0" tIns="0" rIns="0" bIns="0" anchor="t">
            <a:spAutoFit/>
          </a:bodyPr>
          <a:lstStyle/>
          <a:p>
            <a:pPr algn="just">
              <a:lnSpc>
                <a:spcPts val="1569"/>
              </a:lnSpc>
            </a:pPr>
            <a:r>
              <a:rPr sz="1200" b="0" i="0" u="none">
                <a:solidFill>
                  <a:srgbClr val="475569"/>
                </a:solidFill>
                <a:latin typeface="Inter"/>
              </a:rPr>
              <a:t>Phát sinh nhanh chóng khối lượng lớn hợp đồng, nhân sự, giấy phép kinh doanh &amp; các giao dịch thương mại.</a:t>
            </a:r>
          </a:p>
        </p:txBody>
      </p:sp>
      <p:pic>
        <p:nvPicPr>
          <p:cNvPr id="22" name="Picture 21" descr="image.png"/>
          <p:cNvPicPr>
            <a:picLocks noChangeAspect="1"/>
          </p:cNvPicPr>
          <p:nvPr/>
        </p:nvPicPr>
        <p:blipFill>
          <a:blip r:embed="rId8"/>
          <a:stretch>
            <a:fillRect/>
          </a:stretch>
        </p:blipFill>
        <p:spPr>
          <a:xfrm>
            <a:off x="6410325" y="3819525"/>
            <a:ext cx="476250" cy="476250"/>
          </a:xfrm>
          <a:prstGeom prst="rect">
            <a:avLst/>
          </a:prstGeom>
        </p:spPr>
      </p:pic>
      <p:pic>
        <p:nvPicPr>
          <p:cNvPr id="23" name="Picture 22" descr="image.png"/>
          <p:cNvPicPr>
            <a:picLocks noChangeAspect="1"/>
          </p:cNvPicPr>
          <p:nvPr/>
        </p:nvPicPr>
        <p:blipFill>
          <a:blip r:embed="rId12"/>
          <a:stretch>
            <a:fillRect/>
          </a:stretch>
        </p:blipFill>
        <p:spPr>
          <a:xfrm>
            <a:off x="6529387" y="3952875"/>
            <a:ext cx="238125" cy="209550"/>
          </a:xfrm>
          <a:prstGeom prst="rect">
            <a:avLst/>
          </a:prstGeom>
        </p:spPr>
      </p:pic>
      <p:sp>
        <p:nvSpPr>
          <p:cNvPr id="24" name="TextBox 23"/>
          <p:cNvSpPr txBox="1"/>
          <p:nvPr/>
        </p:nvSpPr>
        <p:spPr>
          <a:xfrm>
            <a:off x="7038975" y="3819525"/>
            <a:ext cx="4170521" cy="215444"/>
          </a:xfrm>
          <a:prstGeom prst="rect">
            <a:avLst/>
          </a:prstGeom>
          <a:noFill/>
        </p:spPr>
        <p:txBody>
          <a:bodyPr wrap="square" lIns="0" tIns="0" rIns="0" bIns="0" anchor="t">
            <a:spAutoFit/>
          </a:bodyPr>
          <a:lstStyle/>
          <a:p>
            <a:pPr algn="l"/>
            <a:r>
              <a:rPr sz="1400" b="1" i="0" u="none">
                <a:solidFill>
                  <a:srgbClr val="026B9A"/>
                </a:solidFill>
                <a:latin typeface="Plus Jakarta Sans"/>
              </a:rPr>
              <a:t>Tập Đoàn &amp; </a:t>
            </a:r>
            <a:r>
              <a:rPr lang="vi-VN" sz="1400" b="1" i="0" u="none">
                <a:solidFill>
                  <a:srgbClr val="026B9A"/>
                </a:solidFill>
                <a:latin typeface="Plus Jakarta Sans"/>
              </a:rPr>
              <a:t>Doanh Nghiệp </a:t>
            </a:r>
            <a:r>
              <a:rPr sz="1400" b="1" i="0" u="none">
                <a:solidFill>
                  <a:srgbClr val="026B9A"/>
                </a:solidFill>
                <a:latin typeface="Plus Jakarta Sans"/>
              </a:rPr>
              <a:t>Thương Mại Thường Xuyên</a:t>
            </a:r>
          </a:p>
        </p:txBody>
      </p:sp>
      <p:sp>
        <p:nvSpPr>
          <p:cNvPr id="25" name="TextBox 24"/>
          <p:cNvSpPr txBox="1"/>
          <p:nvPr/>
        </p:nvSpPr>
        <p:spPr>
          <a:xfrm>
            <a:off x="7038975" y="4086225"/>
            <a:ext cx="4410075" cy="194540"/>
          </a:xfrm>
          <a:prstGeom prst="rect">
            <a:avLst/>
          </a:prstGeom>
          <a:noFill/>
        </p:spPr>
        <p:txBody>
          <a:bodyPr wrap="square" lIns="0" tIns="0" rIns="0" bIns="0" anchor="t">
            <a:spAutoFit/>
          </a:bodyPr>
          <a:lstStyle/>
          <a:p>
            <a:pPr algn="just">
              <a:lnSpc>
                <a:spcPts val="1569"/>
              </a:lnSpc>
            </a:pPr>
            <a:r>
              <a:rPr sz="1200" b="0" i="0" u="none">
                <a:solidFill>
                  <a:srgbClr val="475569"/>
                </a:solidFill>
                <a:latin typeface="Inter"/>
              </a:rPr>
              <a:t>Thường xuyên ký kết hợp đồng với khách hàng, nhà cung cấp, đối </a:t>
            </a:r>
            <a:r>
              <a:rPr lang="vi-VN" sz="1200" b="0" i="0" u="none">
                <a:solidFill>
                  <a:srgbClr val="475569"/>
                </a:solidFill>
                <a:latin typeface="Inter"/>
              </a:rPr>
              <a:t>tác.</a:t>
            </a:r>
            <a:endParaRPr sz="1200" b="0" i="0" u="none">
              <a:solidFill>
                <a:srgbClr val="475569"/>
              </a:solidFill>
              <a:latin typeface="Inter"/>
            </a:endParaRPr>
          </a:p>
        </p:txBody>
      </p:sp>
      <p:pic>
        <p:nvPicPr>
          <p:cNvPr id="27" name="Picture 26">
            <a:extLst>
              <a:ext uri="{FF2B5EF4-FFF2-40B4-BE49-F238E27FC236}">
                <a16:creationId xmlns:a16="http://schemas.microsoft.com/office/drawing/2014/main" id="{2385EA34-B326-0788-75BC-5A66D0206DE8}"/>
              </a:ext>
            </a:extLst>
          </p:cNvPr>
          <p:cNvPicPr>
            <a:picLocks noChangeAspect="1"/>
          </p:cNvPicPr>
          <p:nvPr/>
        </p:nvPicPr>
        <p:blipFill>
          <a:blip r:embed="rId13"/>
          <a:stretch>
            <a:fillRect/>
          </a:stretch>
        </p:blipFill>
        <p:spPr>
          <a:xfrm>
            <a:off x="9715500" y="273844"/>
            <a:ext cx="2347800" cy="1552778"/>
          </a:xfrm>
          <a:prstGeom prst="rect">
            <a:avLst/>
          </a:prstGeom>
        </p:spPr>
      </p:pic>
      <p:pic>
        <p:nvPicPr>
          <p:cNvPr id="29" name="Picture 28">
            <a:extLst>
              <a:ext uri="{FF2B5EF4-FFF2-40B4-BE49-F238E27FC236}">
                <a16:creationId xmlns:a16="http://schemas.microsoft.com/office/drawing/2014/main" id="{E461417D-DFA2-2387-72FD-B3DBB544EB64}"/>
              </a:ext>
            </a:extLst>
          </p:cNvPr>
          <p:cNvPicPr>
            <a:picLocks noChangeAspect="1"/>
          </p:cNvPicPr>
          <p:nvPr/>
        </p:nvPicPr>
        <p:blipFill>
          <a:blip r:embed="rId14"/>
          <a:stretch>
            <a:fillRect/>
          </a:stretch>
        </p:blipFill>
        <p:spPr>
          <a:xfrm>
            <a:off x="0" y="-175508"/>
            <a:ext cx="1793752" cy="17937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23875" y="1212131"/>
            <a:ext cx="11668125" cy="381000"/>
          </a:xfrm>
          <a:prstGeom prst="rect">
            <a:avLst/>
          </a:prstGeom>
          <a:noFill/>
        </p:spPr>
        <p:txBody>
          <a:bodyPr wrap="square" lIns="0" tIns="0" rIns="0" bIns="0" anchor="ctr">
            <a:spAutoFit/>
          </a:bodyPr>
          <a:lstStyle/>
          <a:p>
            <a:pPr algn="l">
              <a:lnSpc>
                <a:spcPts val="3000"/>
              </a:lnSpc>
            </a:pPr>
            <a:r>
              <a:rPr sz="2400" b="0" i="0" u="none">
                <a:solidFill>
                  <a:srgbClr val="026B9A"/>
                </a:solidFill>
                <a:latin typeface="Plus Jakarta Sans ExtraBold"/>
              </a:rPr>
              <a:t>Các Gói Dịch Vụ Linh Hoạt</a:t>
            </a:r>
          </a:p>
        </p:txBody>
      </p:sp>
      <p:sp>
        <p:nvSpPr>
          <p:cNvPr id="4" name="Rounded Rectangle 3"/>
          <p:cNvSpPr/>
          <p:nvPr/>
        </p:nvSpPr>
        <p:spPr>
          <a:xfrm>
            <a:off x="523875" y="809625"/>
            <a:ext cx="7176935" cy="28575"/>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3899769090"/>
              </p:ext>
            </p:extLst>
          </p:nvPr>
        </p:nvGraphicFramePr>
        <p:xfrm>
          <a:off x="523875" y="2100411"/>
          <a:ext cx="11125198" cy="3897274"/>
        </p:xfrm>
        <a:graphic>
          <a:graphicData uri="http://schemas.openxmlformats.org/drawingml/2006/table">
            <a:tbl>
              <a:tblPr firstRow="1" bandRow="1">
                <a:tableStyleId>{5C22544A-7EE6-4342-B048-85BDC9FD1C3A}</a:tableStyleId>
              </a:tblPr>
              <a:tblGrid>
                <a:gridCol w="2669976">
                  <a:extLst>
                    <a:ext uri="{9D8B030D-6E8A-4147-A177-3AD203B41FA5}">
                      <a16:colId xmlns:a16="http://schemas.microsoft.com/office/drawing/2014/main" val="20000"/>
                    </a:ext>
                  </a:extLst>
                </a:gridCol>
                <a:gridCol w="2905571">
                  <a:extLst>
                    <a:ext uri="{9D8B030D-6E8A-4147-A177-3AD203B41FA5}">
                      <a16:colId xmlns:a16="http://schemas.microsoft.com/office/drawing/2014/main" val="20001"/>
                    </a:ext>
                  </a:extLst>
                </a:gridCol>
                <a:gridCol w="2890391">
                  <a:extLst>
                    <a:ext uri="{9D8B030D-6E8A-4147-A177-3AD203B41FA5}">
                      <a16:colId xmlns:a16="http://schemas.microsoft.com/office/drawing/2014/main" val="20002"/>
                    </a:ext>
                  </a:extLst>
                </a:gridCol>
                <a:gridCol w="2659260">
                  <a:extLst>
                    <a:ext uri="{9D8B030D-6E8A-4147-A177-3AD203B41FA5}">
                      <a16:colId xmlns:a16="http://schemas.microsoft.com/office/drawing/2014/main" val="20003"/>
                    </a:ext>
                  </a:extLst>
                </a:gridCol>
              </a:tblGrid>
              <a:tr h="649545">
                <a:tc>
                  <a:txBody>
                    <a:bodyPr/>
                    <a:lstStyle/>
                    <a:p>
                      <a:pPr algn="l"/>
                      <a:r>
                        <a:rPr lang="vi-VN" sz="1400" b="1" i="0" u="none">
                          <a:solidFill>
                            <a:srgbClr val="FFFFFF"/>
                          </a:solidFill>
                          <a:latin typeface="Inter"/>
                        </a:rPr>
                        <a:t>HẠNG MỤC</a:t>
                      </a:r>
                    </a:p>
                  </a:txBody>
                  <a:tcPr marL="63500" marR="63500" marT="25400" marB="25400" anchor="ctr">
                    <a:lnL>
                      <a:noFill/>
                    </a:lnL>
                    <a:lnR>
                      <a:noFill/>
                    </a:lnR>
                    <a:lnT>
                      <a:noFill/>
                    </a:lnT>
                    <a:lnB>
                      <a:noFill/>
                    </a:lnB>
                    <a:solidFill>
                      <a:srgbClr val="026B9A"/>
                    </a:solidFill>
                  </a:tcPr>
                </a:tc>
                <a:tc>
                  <a:txBody>
                    <a:bodyPr/>
                    <a:lstStyle/>
                    <a:p>
                      <a:pPr algn="l"/>
                      <a:r>
                        <a:rPr sz="1400" b="1" i="0" u="none">
                          <a:solidFill>
                            <a:srgbClr val="FFFFFF"/>
                          </a:solidFill>
                          <a:latin typeface="Inter"/>
                        </a:rPr>
                        <a:t>GÓI CƠ BẢN</a:t>
                      </a:r>
                    </a:p>
                  </a:txBody>
                  <a:tcPr marL="63500" marR="63500" marT="25400" marB="25400" anchor="ctr">
                    <a:lnL>
                      <a:noFill/>
                    </a:lnL>
                    <a:lnR>
                      <a:noFill/>
                    </a:lnR>
                    <a:lnT>
                      <a:noFill/>
                    </a:lnT>
                    <a:lnB>
                      <a:noFill/>
                    </a:lnB>
                    <a:solidFill>
                      <a:srgbClr val="026B9A"/>
                    </a:solidFill>
                  </a:tcPr>
                </a:tc>
                <a:tc>
                  <a:txBody>
                    <a:bodyPr/>
                    <a:lstStyle/>
                    <a:p>
                      <a:pPr algn="l"/>
                      <a:r>
                        <a:rPr sz="1400" b="1" i="0" u="none">
                          <a:solidFill>
                            <a:srgbClr val="FFFFFF"/>
                          </a:solidFill>
                          <a:latin typeface="Inter"/>
                        </a:rPr>
                        <a:t>GÓI TIÊU CHUẨN</a:t>
                      </a:r>
                    </a:p>
                  </a:txBody>
                  <a:tcPr marL="63500" marR="63500" marT="25400" marB="25400" anchor="ctr">
                    <a:lnL>
                      <a:noFill/>
                    </a:lnL>
                    <a:lnR>
                      <a:noFill/>
                    </a:lnR>
                    <a:lnT>
                      <a:noFill/>
                    </a:lnT>
                    <a:lnB>
                      <a:noFill/>
                    </a:lnB>
                    <a:solidFill>
                      <a:srgbClr val="026B9A"/>
                    </a:solidFill>
                  </a:tcPr>
                </a:tc>
                <a:tc>
                  <a:txBody>
                    <a:bodyPr/>
                    <a:lstStyle/>
                    <a:p>
                      <a:pPr algn="l"/>
                      <a:r>
                        <a:rPr sz="1400" b="1" i="0" u="none">
                          <a:solidFill>
                            <a:srgbClr val="FFFFFF"/>
                          </a:solidFill>
                          <a:latin typeface="Inter"/>
                        </a:rPr>
                        <a:t>GÓI CHUYÊN SÂU</a:t>
                      </a:r>
                    </a:p>
                  </a:txBody>
                  <a:tcPr marL="63500" marR="63500" marT="25400" marB="25400" anchor="ctr">
                    <a:lnL>
                      <a:noFill/>
                    </a:lnL>
                    <a:lnR>
                      <a:noFill/>
                    </a:lnR>
                    <a:lnT>
                      <a:noFill/>
                    </a:lnT>
                    <a:lnB>
                      <a:noFill/>
                    </a:lnB>
                    <a:solidFill>
                      <a:srgbClr val="026B9A"/>
                    </a:solidFill>
                  </a:tcPr>
                </a:tc>
                <a:extLst>
                  <a:ext uri="{0D108BD9-81ED-4DB2-BD59-A6C34878D82A}">
                    <a16:rowId xmlns:a16="http://schemas.microsoft.com/office/drawing/2014/main" val="10000"/>
                  </a:ext>
                </a:extLst>
              </a:tr>
              <a:tr h="649545">
                <a:tc>
                  <a:txBody>
                    <a:bodyPr/>
                    <a:lstStyle/>
                    <a:p>
                      <a:pPr algn="l"/>
                      <a:r>
                        <a:rPr lang="vi-VN" sz="1200" b="1" i="0" u="none">
                          <a:solidFill>
                            <a:srgbClr val="334155"/>
                          </a:solidFill>
                          <a:latin typeface="Inter"/>
                        </a:rPr>
                        <a:t>Giờ giới hạn</a:t>
                      </a:r>
                      <a:endParaRPr sz="1200" b="1" i="0" u="none">
                        <a:solidFill>
                          <a:srgbClr val="334155"/>
                        </a:solidFill>
                        <a:latin typeface="Inter"/>
                      </a:endParaRPr>
                    </a:p>
                  </a:txBody>
                  <a:tcPr marL="63500" marR="63500" marT="25400" marB="25400" anchor="ctr">
                    <a:lnL>
                      <a:noFill/>
                    </a:lnL>
                    <a:lnR>
                      <a:noFill/>
                    </a:lnR>
                    <a:lnT>
                      <a:noFill/>
                    </a:lnT>
                    <a:lnB>
                      <a:noFill/>
                    </a:lnB>
                    <a:solidFill>
                      <a:srgbClr val="FFFFFF"/>
                    </a:solidFill>
                  </a:tcPr>
                </a:tc>
                <a:tc>
                  <a:txBody>
                    <a:bodyPr/>
                    <a:lstStyle/>
                    <a:p>
                      <a:pPr algn="just"/>
                      <a:r>
                        <a:rPr lang="vi-VN" sz="1200" b="0" i="0" u="none">
                          <a:solidFill>
                            <a:srgbClr val="334155"/>
                          </a:solidFill>
                          <a:latin typeface="Inter"/>
                        </a:rPr>
                        <a:t>08 giờ/ tháng</a:t>
                      </a:r>
                      <a:endParaRPr sz="1200" b="0" i="0" u="none">
                        <a:solidFill>
                          <a:srgbClr val="334155"/>
                        </a:solidFill>
                        <a:latin typeface="Inter"/>
                      </a:endParaRPr>
                    </a:p>
                  </a:txBody>
                  <a:tcPr marL="63500" marR="63500" marT="25400" marB="25400" anchor="ctr">
                    <a:lnL>
                      <a:noFill/>
                    </a:lnL>
                    <a:lnR>
                      <a:noFill/>
                    </a:lnR>
                    <a:lnT>
                      <a:noFill/>
                    </a:lnT>
                    <a:lnB>
                      <a:noFill/>
                    </a:lnB>
                    <a:solidFill>
                      <a:srgbClr val="FFFFFF"/>
                    </a:solidFill>
                  </a:tcPr>
                </a:tc>
                <a:tc>
                  <a:txBody>
                    <a:bodyPr/>
                    <a:lstStyle/>
                    <a:p>
                      <a:pPr algn="just"/>
                      <a:r>
                        <a:rPr lang="vi-VN" sz="1200" b="0" i="0" u="none">
                          <a:solidFill>
                            <a:srgbClr val="334155"/>
                          </a:solidFill>
                          <a:latin typeface="Inter"/>
                        </a:rPr>
                        <a:t>12 giờ/ tháng</a:t>
                      </a:r>
                      <a:endParaRPr sz="1200" b="0" i="0" u="none">
                        <a:solidFill>
                          <a:srgbClr val="334155"/>
                        </a:solidFill>
                        <a:latin typeface="Inter"/>
                      </a:endParaRPr>
                    </a:p>
                  </a:txBody>
                  <a:tcPr marL="63500" marR="63500" marT="25400" marB="25400" anchor="ctr">
                    <a:lnL>
                      <a:noFill/>
                    </a:lnL>
                    <a:lnR>
                      <a:noFill/>
                    </a:lnR>
                    <a:lnT>
                      <a:noFill/>
                    </a:lnT>
                    <a:lnB>
                      <a:noFill/>
                    </a:lnB>
                    <a:solidFill>
                      <a:srgbClr val="FFFFFF"/>
                    </a:solidFill>
                  </a:tcPr>
                </a:tc>
                <a:tc>
                  <a:txBody>
                    <a:bodyPr/>
                    <a:lstStyle/>
                    <a:p>
                      <a:pPr algn="just"/>
                      <a:r>
                        <a:rPr lang="vi-VN" sz="1200" b="0" i="0" u="none">
                          <a:solidFill>
                            <a:srgbClr val="334155"/>
                          </a:solidFill>
                          <a:latin typeface="Inter"/>
                        </a:rPr>
                        <a:t>16 giờ/ tháng</a:t>
                      </a:r>
                      <a:endParaRPr sz="1200" b="0" i="0" u="none">
                        <a:solidFill>
                          <a:srgbClr val="334155"/>
                        </a:solidFill>
                        <a:latin typeface="Inter"/>
                      </a:endParaRP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649545">
                <a:tc>
                  <a:txBody>
                    <a:bodyPr/>
                    <a:lstStyle/>
                    <a:p>
                      <a:pPr algn="l"/>
                      <a:r>
                        <a:rPr sz="1200" b="1" i="0" u="none">
                          <a:solidFill>
                            <a:srgbClr val="334155"/>
                          </a:solidFill>
                          <a:latin typeface="Inter"/>
                        </a:rPr>
                        <a:t>Nhu cầu phù hợp</a:t>
                      </a:r>
                    </a:p>
                  </a:txBody>
                  <a:tcPr marL="63500" marR="63500" marT="25400" marB="25400" anchor="ctr">
                    <a:lnL>
                      <a:noFill/>
                    </a:lnL>
                    <a:lnR>
                      <a:noFill/>
                    </a:lnR>
                    <a:lnT>
                      <a:noFill/>
                    </a:lnT>
                    <a:lnB>
                      <a:noFill/>
                    </a:lnB>
                    <a:solidFill>
                      <a:srgbClr val="F8FAFC"/>
                    </a:solidFill>
                  </a:tcPr>
                </a:tc>
                <a:tc>
                  <a:txBody>
                    <a:bodyPr/>
                    <a:lstStyle/>
                    <a:p>
                      <a:pPr algn="just"/>
                      <a:r>
                        <a:rPr sz="1200" b="0" i="0" u="none">
                          <a:solidFill>
                            <a:srgbClr val="334155"/>
                          </a:solidFill>
                          <a:latin typeface="Inter"/>
                        </a:rPr>
                        <a:t>Doanh nghiệp có nhu cầu tư vấn không thường xuyên.</a:t>
                      </a:r>
                    </a:p>
                  </a:txBody>
                  <a:tcPr marL="63500" marR="63500" marT="25400" marB="25400" anchor="ctr">
                    <a:lnL>
                      <a:noFill/>
                    </a:lnL>
                    <a:lnR>
                      <a:noFill/>
                    </a:lnR>
                    <a:lnT>
                      <a:noFill/>
                    </a:lnT>
                    <a:lnB>
                      <a:noFill/>
                    </a:lnB>
                    <a:solidFill>
                      <a:srgbClr val="F8FAFC"/>
                    </a:solidFill>
                  </a:tcPr>
                </a:tc>
                <a:tc>
                  <a:txBody>
                    <a:bodyPr/>
                    <a:lstStyle/>
                    <a:p>
                      <a:pPr algn="just"/>
                      <a:r>
                        <a:rPr sz="1200" b="0" i="0" u="none">
                          <a:solidFill>
                            <a:srgbClr val="334155"/>
                          </a:solidFill>
                          <a:latin typeface="Inter"/>
                        </a:rPr>
                        <a:t>Doanh nghiệp có hoạt động kinh doanh thường xuyên.</a:t>
                      </a:r>
                    </a:p>
                  </a:txBody>
                  <a:tcPr marL="63500" marR="63500" marT="25400" marB="25400" anchor="ctr">
                    <a:lnL>
                      <a:noFill/>
                    </a:lnL>
                    <a:lnR>
                      <a:noFill/>
                    </a:lnR>
                    <a:lnT>
                      <a:noFill/>
                    </a:lnT>
                    <a:lnB>
                      <a:noFill/>
                    </a:lnB>
                    <a:solidFill>
                      <a:srgbClr val="F8FAFC"/>
                    </a:solidFill>
                  </a:tcPr>
                </a:tc>
                <a:tc>
                  <a:txBody>
                    <a:bodyPr/>
                    <a:lstStyle/>
                    <a:p>
                      <a:pPr algn="just"/>
                      <a:r>
                        <a:rPr sz="1200" b="0" i="0" u="none">
                          <a:solidFill>
                            <a:srgbClr val="334155"/>
                          </a:solidFill>
                          <a:latin typeface="Inter"/>
                        </a:rPr>
                        <a:t>Doanh nghiệp FDI, Tập đoàn </a:t>
                      </a:r>
                      <a:r>
                        <a:rPr lang="vi-VN" sz="1200" b="0" i="0" u="none">
                          <a:solidFill>
                            <a:srgbClr val="334155"/>
                          </a:solidFill>
                          <a:latin typeface="Inter"/>
                        </a:rPr>
                        <a:t>có </a:t>
                      </a:r>
                      <a:r>
                        <a:rPr sz="1200" b="0" i="0" u="none">
                          <a:solidFill>
                            <a:srgbClr val="334155"/>
                          </a:solidFill>
                          <a:latin typeface="Inter"/>
                        </a:rPr>
                        <a:t>nhu cầu cao.</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649545">
                <a:tc>
                  <a:txBody>
                    <a:bodyPr/>
                    <a:lstStyle/>
                    <a:p>
                      <a:pPr algn="l"/>
                      <a:r>
                        <a:rPr sz="1200" b="1" i="0" u="none">
                          <a:solidFill>
                            <a:srgbClr val="334155"/>
                          </a:solidFill>
                          <a:latin typeface="Inter"/>
                        </a:rPr>
                        <a:t>Phạm vi cốt lõi</a:t>
                      </a:r>
                    </a:p>
                  </a:txBody>
                  <a:tcPr marL="63500" marR="63500" marT="25400" marB="25400" anchor="ctr">
                    <a:lnL>
                      <a:noFill/>
                    </a:lnL>
                    <a:lnR>
                      <a:noFill/>
                    </a:lnR>
                    <a:lnT>
                      <a:noFill/>
                    </a:lnT>
                    <a:lnB>
                      <a:noFill/>
                    </a:lnB>
                    <a:solidFill>
                      <a:srgbClr val="FFFFFF"/>
                    </a:solidFill>
                  </a:tcPr>
                </a:tc>
                <a:tc>
                  <a:txBody>
                    <a:bodyPr/>
                    <a:lstStyle/>
                    <a:p>
                      <a:pPr algn="just"/>
                      <a:r>
                        <a:rPr sz="1200" b="0" i="0" u="none">
                          <a:solidFill>
                            <a:srgbClr val="334155"/>
                          </a:solidFill>
                          <a:latin typeface="Inter"/>
                        </a:rPr>
                        <a:t>Tư vấn pháp luật &amp; doanh nghiệp cơ bản.</a:t>
                      </a:r>
                    </a:p>
                  </a:txBody>
                  <a:tcPr marL="63500" marR="63500" marT="25400" marB="25400" anchor="ctr">
                    <a:lnL>
                      <a:noFill/>
                    </a:lnL>
                    <a:lnR>
                      <a:noFill/>
                    </a:lnR>
                    <a:lnT>
                      <a:noFill/>
                    </a:lnT>
                    <a:lnB>
                      <a:noFill/>
                    </a:lnB>
                    <a:solidFill>
                      <a:srgbClr val="FFFFFF"/>
                    </a:solidFill>
                  </a:tcPr>
                </a:tc>
                <a:tc>
                  <a:txBody>
                    <a:bodyPr/>
                    <a:lstStyle/>
                    <a:p>
                      <a:pPr algn="just"/>
                      <a:r>
                        <a:rPr sz="1200" b="0" i="0" u="none">
                          <a:solidFill>
                            <a:srgbClr val="334155"/>
                          </a:solidFill>
                          <a:latin typeface="Inter"/>
                        </a:rPr>
                        <a:t>Tư vấn thường xuyên, rà soát HĐ, lao động &amp; tuân thủ.</a:t>
                      </a:r>
                    </a:p>
                  </a:txBody>
                  <a:tcPr marL="63500" marR="63500" marT="25400" marB="25400" anchor="ctr">
                    <a:lnL>
                      <a:noFill/>
                    </a:lnL>
                    <a:lnR>
                      <a:noFill/>
                    </a:lnR>
                    <a:lnT>
                      <a:noFill/>
                    </a:lnT>
                    <a:lnB>
                      <a:noFill/>
                    </a:lnB>
                    <a:solidFill>
                      <a:srgbClr val="FFFFFF"/>
                    </a:solidFill>
                  </a:tcPr>
                </a:tc>
                <a:tc>
                  <a:txBody>
                    <a:bodyPr/>
                    <a:lstStyle/>
                    <a:p>
                      <a:pPr algn="just"/>
                      <a:r>
                        <a:rPr sz="1200" b="0" i="0" u="none">
                          <a:solidFill>
                            <a:srgbClr val="334155"/>
                          </a:solidFill>
                          <a:latin typeface="Inter"/>
                        </a:rPr>
                        <a:t>Bao gồm toàn bộ phạm vi + Chiến lược &amp; M&amp;A.</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649547">
                <a:tc>
                  <a:txBody>
                    <a:bodyPr/>
                    <a:lstStyle/>
                    <a:p>
                      <a:pPr algn="l"/>
                      <a:r>
                        <a:rPr sz="1200" b="1" i="0" u="none">
                          <a:solidFill>
                            <a:srgbClr val="334155"/>
                          </a:solidFill>
                          <a:latin typeface="Inter"/>
                        </a:rPr>
                        <a:t>Cơ chế hỗ trợ</a:t>
                      </a:r>
                    </a:p>
                  </a:txBody>
                  <a:tcPr marL="63500" marR="63500" marT="25400" marB="25400" anchor="ctr">
                    <a:lnL>
                      <a:noFill/>
                    </a:lnL>
                    <a:lnR>
                      <a:noFill/>
                    </a:lnR>
                    <a:lnT>
                      <a:noFill/>
                    </a:lnT>
                    <a:lnB>
                      <a:noFill/>
                    </a:lnB>
                    <a:solidFill>
                      <a:srgbClr val="F8FAFC"/>
                    </a:solidFill>
                  </a:tcPr>
                </a:tc>
                <a:tc>
                  <a:txBody>
                    <a:bodyPr/>
                    <a:lstStyle/>
                    <a:p>
                      <a:pPr algn="just"/>
                      <a:r>
                        <a:rPr sz="1200" b="0" i="0" u="none">
                          <a:solidFill>
                            <a:srgbClr val="334155"/>
                          </a:solidFill>
                          <a:latin typeface="Inter"/>
                        </a:rPr>
                        <a:t>Đầu mối tư vấn qua Email / Điện thoại.</a:t>
                      </a:r>
                    </a:p>
                  </a:txBody>
                  <a:tcPr marL="63500" marR="63500" marT="25400" marB="25400" anchor="ctr">
                    <a:lnL>
                      <a:noFill/>
                    </a:lnL>
                    <a:lnR>
                      <a:noFill/>
                    </a:lnR>
                    <a:lnT>
                      <a:noFill/>
                    </a:lnT>
                    <a:lnB>
                      <a:noFill/>
                    </a:lnB>
                    <a:solidFill>
                      <a:srgbClr val="F8FAFC"/>
                    </a:solidFill>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rgbClr val="334155"/>
                          </a:solidFill>
                          <a:effectLst/>
                          <a:uLnTx/>
                          <a:uFillTx/>
                          <a:latin typeface="Inter"/>
                          <a:ea typeface="+mn-ea"/>
                          <a:cs typeface="+mn-cs"/>
                        </a:rPr>
                        <a:t>Đầu mối tư vấn qua Email / Điện thoại.</a:t>
                      </a:r>
                    </a:p>
                  </a:txBody>
                  <a:tcPr marL="63500" marR="63500" marT="25400" marB="25400" anchor="ctr">
                    <a:lnL>
                      <a:noFill/>
                    </a:lnL>
                    <a:lnR>
                      <a:noFill/>
                    </a:lnR>
                    <a:lnT>
                      <a:noFill/>
                    </a:lnT>
                    <a:lnB>
                      <a:noFill/>
                    </a:lnB>
                    <a:solidFill>
                      <a:srgbClr val="F8FAFC"/>
                    </a:solidFill>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rgbClr val="334155"/>
                          </a:solidFill>
                          <a:effectLst/>
                          <a:uLnTx/>
                          <a:uFillTx/>
                          <a:latin typeface="Inter"/>
                          <a:ea typeface="+mn-ea"/>
                          <a:cs typeface="+mn-cs"/>
                        </a:rPr>
                        <a:t>Đầu mối tư vấn qua Email / Điện thoại.</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r h="649547">
                <a:tc>
                  <a:txBody>
                    <a:bodyPr/>
                    <a:lstStyle/>
                    <a:p>
                      <a:pPr marL="0" algn="l" defTabSz="457200" rtl="0" eaLnBrk="1" latinLnBrk="0" hangingPunct="1"/>
                      <a:r>
                        <a:rPr lang="vi-VN" sz="1200" b="1" i="0" u="none" kern="1200">
                          <a:solidFill>
                            <a:srgbClr val="334155"/>
                          </a:solidFill>
                          <a:latin typeface="Inter"/>
                          <a:ea typeface="+mn-ea"/>
                          <a:cs typeface="+mn-cs"/>
                        </a:rPr>
                        <a:t>Họp định kỳ</a:t>
                      </a:r>
                      <a:endParaRPr sz="1200" b="1" i="0" u="none" kern="1200">
                        <a:solidFill>
                          <a:srgbClr val="334155"/>
                        </a:solidFill>
                        <a:latin typeface="Inter"/>
                        <a:ea typeface="+mn-ea"/>
                        <a:cs typeface="+mn-cs"/>
                      </a:endParaRPr>
                    </a:p>
                  </a:txBody>
                  <a:tcPr marL="63500" marR="63500" marT="25400" marB="25400" anchor="ctr">
                    <a:lnL>
                      <a:noFill/>
                    </a:lnL>
                    <a:lnR>
                      <a:noFill/>
                    </a:lnR>
                    <a:lnT>
                      <a:noFill/>
                    </a:lnT>
                    <a:lnB>
                      <a:noFill/>
                    </a:lnB>
                    <a:solidFill>
                      <a:schemeClr val="bg1"/>
                    </a:solidFill>
                  </a:tcPr>
                </a:tc>
                <a:tc>
                  <a:txBody>
                    <a:bodyPr/>
                    <a:lstStyle/>
                    <a:p>
                      <a:pPr algn="just"/>
                      <a:r>
                        <a:rPr lang="vi-VN" sz="1200" b="0" i="0" u="none">
                          <a:solidFill>
                            <a:srgbClr val="334155"/>
                          </a:solidFill>
                          <a:latin typeface="Inter"/>
                        </a:rPr>
                        <a:t>Trực tuyến </a:t>
                      </a:r>
                      <a:endParaRPr sz="1200" b="0" i="0" u="none">
                        <a:solidFill>
                          <a:srgbClr val="334155"/>
                        </a:solidFill>
                        <a:latin typeface="Inter"/>
                      </a:endParaRPr>
                    </a:p>
                  </a:txBody>
                  <a:tcPr marL="63500" marR="63500" marT="25400" marB="25400" anchor="ctr">
                    <a:lnL>
                      <a:noFill/>
                    </a:lnL>
                    <a:lnR>
                      <a:noFill/>
                    </a:lnR>
                    <a:lnT>
                      <a:noFill/>
                    </a:lnT>
                    <a:lnB>
                      <a:noFill/>
                    </a:lnB>
                    <a:solidFill>
                      <a:schemeClr val="bg1"/>
                    </a:solidFill>
                  </a:tcPr>
                </a:tc>
                <a:tc>
                  <a:txBody>
                    <a:bodyPr/>
                    <a:lstStyle/>
                    <a:p>
                      <a:pPr algn="just"/>
                      <a:r>
                        <a:rPr lang="vi-VN" sz="1200" b="0" i="0" u="none">
                          <a:solidFill>
                            <a:srgbClr val="334155"/>
                          </a:solidFill>
                          <a:latin typeface="Inter"/>
                        </a:rPr>
                        <a:t>Trực tiếp tại trụ sở doanh nghiệp (02 giờ/ tháng)</a:t>
                      </a:r>
                      <a:endParaRPr sz="1200" b="0" i="0" u="none">
                        <a:solidFill>
                          <a:srgbClr val="334155"/>
                        </a:solidFill>
                        <a:latin typeface="Inter"/>
                      </a:endParaRPr>
                    </a:p>
                  </a:txBody>
                  <a:tcPr marL="63500" marR="63500" marT="25400" marB="25400" anchor="ctr">
                    <a:lnL>
                      <a:noFill/>
                    </a:lnL>
                    <a:lnR>
                      <a:noFill/>
                    </a:lnR>
                    <a:lnT>
                      <a:noFill/>
                    </a:lnT>
                    <a:lnB>
                      <a:noFill/>
                    </a:lnB>
                    <a:solidFill>
                      <a:schemeClr val="bg1"/>
                    </a:solidFill>
                  </a:tcPr>
                </a:tc>
                <a:tc>
                  <a:txBody>
                    <a:bodyPr/>
                    <a:lstStyle/>
                    <a:p>
                      <a:pPr algn="just"/>
                      <a:r>
                        <a:rPr lang="vi-VN" sz="1200" b="0" i="0" u="none">
                          <a:solidFill>
                            <a:srgbClr val="334155"/>
                          </a:solidFill>
                          <a:latin typeface="Inter"/>
                        </a:rPr>
                        <a:t>Trực tiếp tại trụ sở doanh nghiệp (03 giờ/ tháng)</a:t>
                      </a:r>
                    </a:p>
                  </a:txBody>
                  <a:tcPr marL="63500" marR="63500" marT="25400" marB="25400" anchor="ctr">
                    <a:lnL>
                      <a:noFill/>
                    </a:lnL>
                    <a:lnR>
                      <a:noFill/>
                    </a:lnR>
                    <a:lnT>
                      <a:noFill/>
                    </a:lnT>
                    <a:lnB>
                      <a:noFill/>
                    </a:lnB>
                    <a:solidFill>
                      <a:schemeClr val="bg1"/>
                    </a:solidFill>
                  </a:tcPr>
                </a:tc>
                <a:extLst>
                  <a:ext uri="{0D108BD9-81ED-4DB2-BD59-A6C34878D82A}">
                    <a16:rowId xmlns:a16="http://schemas.microsoft.com/office/drawing/2014/main" val="929634054"/>
                  </a:ext>
                </a:extLst>
              </a:tr>
            </a:tbl>
          </a:graphicData>
        </a:graphic>
      </p:graphicFrame>
      <p:sp>
        <p:nvSpPr>
          <p:cNvPr id="6" name="Rectangle 5"/>
          <p:cNvSpPr/>
          <p:nvPr/>
        </p:nvSpPr>
        <p:spPr>
          <a:xfrm>
            <a:off x="533400" y="3314253"/>
            <a:ext cx="266997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3376" y="3314253"/>
            <a:ext cx="2905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08948" y="3314253"/>
            <a:ext cx="289039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999339" y="3314253"/>
            <a:ext cx="265926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33400" y="3989040"/>
            <a:ext cx="266997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3376" y="3989040"/>
            <a:ext cx="2905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08948" y="3989040"/>
            <a:ext cx="289039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999339" y="3989040"/>
            <a:ext cx="265926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33400" y="4663826"/>
            <a:ext cx="266997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3376" y="4663826"/>
            <a:ext cx="2905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08948" y="4663826"/>
            <a:ext cx="289039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999339" y="4663826"/>
            <a:ext cx="265926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a:extLst>
              <a:ext uri="{FF2B5EF4-FFF2-40B4-BE49-F238E27FC236}">
                <a16:creationId xmlns:a16="http://schemas.microsoft.com/office/drawing/2014/main" id="{EE2E2CE8-1E4A-92B5-8144-083454C7F473}"/>
              </a:ext>
            </a:extLst>
          </p:cNvPr>
          <p:cNvPicPr>
            <a:picLocks noChangeAspect="1"/>
          </p:cNvPicPr>
          <p:nvPr/>
        </p:nvPicPr>
        <p:blipFill>
          <a:blip r:embed="rId3"/>
          <a:stretch>
            <a:fillRect/>
          </a:stretch>
        </p:blipFill>
        <p:spPr>
          <a:xfrm>
            <a:off x="9715500" y="273844"/>
            <a:ext cx="2347800" cy="1552778"/>
          </a:xfrm>
          <a:prstGeom prst="rect">
            <a:avLst/>
          </a:prstGeom>
        </p:spPr>
      </p:pic>
      <p:pic>
        <p:nvPicPr>
          <p:cNvPr id="24" name="Picture 23">
            <a:extLst>
              <a:ext uri="{FF2B5EF4-FFF2-40B4-BE49-F238E27FC236}">
                <a16:creationId xmlns:a16="http://schemas.microsoft.com/office/drawing/2014/main" id="{D71ECF85-01E3-4141-9508-51FA4BE4FD7A}"/>
              </a:ext>
            </a:extLst>
          </p:cNvPr>
          <p:cNvPicPr>
            <a:picLocks noChangeAspect="1"/>
          </p:cNvPicPr>
          <p:nvPr/>
        </p:nvPicPr>
        <p:blipFill>
          <a:blip r:embed="rId4"/>
          <a:stretch>
            <a:fillRect/>
          </a:stretch>
        </p:blipFill>
        <p:spPr>
          <a:xfrm>
            <a:off x="0" y="-175508"/>
            <a:ext cx="1793752" cy="17937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2472332"/>
            <a:ext cx="5476875" cy="2503884"/>
          </a:xfrm>
          <a:prstGeom prst="rect">
            <a:avLst/>
          </a:prstGeom>
        </p:spPr>
      </p:pic>
      <p:pic>
        <p:nvPicPr>
          <p:cNvPr id="4" name="Picture 3" descr="image.png"/>
          <p:cNvPicPr>
            <a:picLocks noChangeAspect="1"/>
          </p:cNvPicPr>
          <p:nvPr/>
        </p:nvPicPr>
        <p:blipFill>
          <a:blip r:embed="rId4"/>
          <a:stretch>
            <a:fillRect/>
          </a:stretch>
        </p:blipFill>
        <p:spPr>
          <a:xfrm>
            <a:off x="6191250" y="2472332"/>
            <a:ext cx="5476875" cy="2503884"/>
          </a:xfrm>
          <a:prstGeom prst="rect">
            <a:avLst/>
          </a:prstGeom>
        </p:spPr>
      </p:pic>
      <p:sp>
        <p:nvSpPr>
          <p:cNvPr id="5" name="TextBox 4"/>
          <p:cNvSpPr txBox="1"/>
          <p:nvPr/>
        </p:nvSpPr>
        <p:spPr>
          <a:xfrm>
            <a:off x="523875" y="1276350"/>
            <a:ext cx="11668125" cy="381000"/>
          </a:xfrm>
          <a:prstGeom prst="rect">
            <a:avLst/>
          </a:prstGeom>
          <a:noFill/>
        </p:spPr>
        <p:txBody>
          <a:bodyPr wrap="square" lIns="0" tIns="0" rIns="0" bIns="0" anchor="ctr">
            <a:spAutoFit/>
          </a:bodyPr>
          <a:lstStyle/>
          <a:p>
            <a:pPr algn="l">
              <a:lnSpc>
                <a:spcPts val="3000"/>
              </a:lnSpc>
            </a:pPr>
            <a:r>
              <a:rPr sz="2400" b="0" i="0" u="none">
                <a:solidFill>
                  <a:srgbClr val="026B9A"/>
                </a:solidFill>
                <a:latin typeface="Plus Jakarta Sans ExtraBold"/>
              </a:rPr>
              <a:t>Phạm Vi Ngoại Trừ &amp; Cơ Chế Phí</a:t>
            </a:r>
          </a:p>
        </p:txBody>
      </p:sp>
      <p:sp>
        <p:nvSpPr>
          <p:cNvPr id="6" name="Rounded Rectangle 5"/>
          <p:cNvSpPr/>
          <p:nvPr/>
        </p:nvSpPr>
        <p:spPr>
          <a:xfrm>
            <a:off x="523875" y="809625"/>
            <a:ext cx="6362547" cy="28575"/>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3900" y="3224807"/>
            <a:ext cx="5076825" cy="184546"/>
          </a:xfrm>
          <a:prstGeom prst="rect">
            <a:avLst/>
          </a:prstGeom>
          <a:noFill/>
        </p:spPr>
        <p:txBody>
          <a:bodyPr wrap="square" lIns="0" tIns="0" rIns="0" bIns="0" anchor="t">
            <a:spAutoFit/>
          </a:bodyPr>
          <a:lstStyle/>
          <a:p>
            <a:pPr algn="l">
              <a:lnSpc>
                <a:spcPts val="1453"/>
              </a:lnSpc>
            </a:pPr>
            <a:r>
              <a:rPr sz="1200" b="0" i="1" u="none">
                <a:solidFill>
                  <a:srgbClr val="7F1D1D"/>
                </a:solidFill>
                <a:latin typeface="Inter"/>
              </a:rPr>
              <a:t>Trừ khi có thỏa thuận khác, phí định kỳ không bao gồm:</a:t>
            </a:r>
          </a:p>
        </p:txBody>
      </p:sp>
      <p:sp>
        <p:nvSpPr>
          <p:cNvPr id="8" name="TextBox 7"/>
          <p:cNvSpPr txBox="1"/>
          <p:nvPr/>
        </p:nvSpPr>
        <p:spPr>
          <a:xfrm>
            <a:off x="723900" y="4606528"/>
            <a:ext cx="5076825" cy="169664"/>
          </a:xfrm>
          <a:prstGeom prst="rect">
            <a:avLst/>
          </a:prstGeom>
          <a:noFill/>
        </p:spPr>
        <p:txBody>
          <a:bodyPr wrap="square" lIns="0" tIns="0" rIns="0" bIns="0" anchor="t">
            <a:spAutoFit/>
          </a:bodyPr>
          <a:lstStyle/>
          <a:p>
            <a:pPr algn="l">
              <a:lnSpc>
                <a:spcPts val="1336"/>
              </a:lnSpc>
            </a:pPr>
            <a:r>
              <a:rPr sz="1200" b="0" i="0" u="none">
                <a:solidFill>
                  <a:srgbClr val="64748B"/>
                </a:solidFill>
                <a:latin typeface="Inter"/>
              </a:rPr>
              <a:t>* Các công việc này sẽ được báo phí riêng theo từng vụ việc.</a:t>
            </a:r>
          </a:p>
        </p:txBody>
      </p:sp>
      <p:pic>
        <p:nvPicPr>
          <p:cNvPr id="9" name="Picture 8" descr="image.png"/>
          <p:cNvPicPr>
            <a:picLocks noChangeAspect="1"/>
          </p:cNvPicPr>
          <p:nvPr/>
        </p:nvPicPr>
        <p:blipFill>
          <a:blip r:embed="rId5"/>
          <a:stretch>
            <a:fillRect/>
          </a:stretch>
        </p:blipFill>
        <p:spPr>
          <a:xfrm>
            <a:off x="723900" y="2672357"/>
            <a:ext cx="342900" cy="342900"/>
          </a:xfrm>
          <a:prstGeom prst="rect">
            <a:avLst/>
          </a:prstGeom>
        </p:spPr>
      </p:pic>
      <p:sp>
        <p:nvSpPr>
          <p:cNvPr id="10" name="TextBox 9"/>
          <p:cNvSpPr txBox="1"/>
          <p:nvPr/>
        </p:nvSpPr>
        <p:spPr>
          <a:xfrm>
            <a:off x="1181100" y="2743795"/>
            <a:ext cx="2886075" cy="215444"/>
          </a:xfrm>
          <a:prstGeom prst="rect">
            <a:avLst/>
          </a:prstGeom>
          <a:noFill/>
        </p:spPr>
        <p:txBody>
          <a:bodyPr wrap="square" lIns="0" tIns="0" rIns="0" bIns="0" anchor="t">
            <a:spAutoFit/>
          </a:bodyPr>
          <a:lstStyle/>
          <a:p>
            <a:pPr algn="l"/>
            <a:r>
              <a:rPr sz="1400" b="1" i="0" u="none">
                <a:solidFill>
                  <a:srgbClr val="991B1B"/>
                </a:solidFill>
                <a:latin typeface="Plus Jakarta Sans"/>
              </a:rPr>
              <a:t>Phạm Vi Không Bao Gồm (Retainer)</a:t>
            </a:r>
          </a:p>
        </p:txBody>
      </p:sp>
      <p:sp>
        <p:nvSpPr>
          <p:cNvPr id="11" name="TextBox 10"/>
          <p:cNvSpPr txBox="1"/>
          <p:nvPr/>
        </p:nvSpPr>
        <p:spPr>
          <a:xfrm>
            <a:off x="895350" y="3504604"/>
            <a:ext cx="4905375" cy="19928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Giải quyết tranh chấp tại Tòa án hoặc Trọng tài (tố tụng)</a:t>
            </a:r>
          </a:p>
        </p:txBody>
      </p:sp>
      <p:sp>
        <p:nvSpPr>
          <p:cNvPr id="12" name="TextBox 11"/>
          <p:cNvSpPr txBox="1"/>
          <p:nvPr/>
        </p:nvSpPr>
        <p:spPr>
          <a:xfrm>
            <a:off x="895350" y="3761035"/>
            <a:ext cx="4905375" cy="19928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Giao dịch M&amp;A quy mô lớn &amp; Thẩm định pháp lý chuyên sâu</a:t>
            </a:r>
          </a:p>
        </p:txBody>
      </p:sp>
      <p:sp>
        <p:nvSpPr>
          <p:cNvPr id="13" name="TextBox 12"/>
          <p:cNvSpPr txBox="1"/>
          <p:nvPr/>
        </p:nvSpPr>
        <p:spPr>
          <a:xfrm>
            <a:off x="895350" y="4017466"/>
            <a:ext cx="4905375" cy="19928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Đại diện </a:t>
            </a:r>
            <a:r>
              <a:rPr lang="vi-VN" sz="1200" b="0" i="0" u="none">
                <a:solidFill>
                  <a:srgbClr val="475569"/>
                </a:solidFill>
                <a:latin typeface="Inter"/>
              </a:rPr>
              <a:t>làm việc với khách hàng, đối tác, cơ quan Nhà nước</a:t>
            </a:r>
            <a:endParaRPr sz="1200" b="0" i="0" u="none">
              <a:solidFill>
                <a:srgbClr val="475569"/>
              </a:solidFill>
              <a:latin typeface="Inter"/>
            </a:endParaRPr>
          </a:p>
        </p:txBody>
      </p:sp>
      <p:sp>
        <p:nvSpPr>
          <p:cNvPr id="14" name="TextBox 13"/>
          <p:cNvSpPr txBox="1"/>
          <p:nvPr/>
        </p:nvSpPr>
        <p:spPr>
          <a:xfrm>
            <a:off x="895350" y="4273897"/>
            <a:ext cx="4905375" cy="199280"/>
          </a:xfrm>
          <a:prstGeom prst="rect">
            <a:avLst/>
          </a:prstGeom>
          <a:noFill/>
        </p:spPr>
        <p:txBody>
          <a:bodyPr wrap="square" lIns="0" tIns="0" rIns="0" bIns="0" anchor="t">
            <a:spAutoFit/>
          </a:bodyPr>
          <a:lstStyle/>
          <a:p>
            <a:pPr algn="l">
              <a:lnSpc>
                <a:spcPts val="1569"/>
              </a:lnSpc>
            </a:pPr>
            <a:r>
              <a:rPr sz="1200" b="0" i="0" u="none">
                <a:solidFill>
                  <a:srgbClr val="475569"/>
                </a:solidFill>
                <a:latin typeface="Inter"/>
              </a:rPr>
              <a:t>Phí nhà nước, lệ phí, công chứng, hợp pháp hóa lãnh sự, dịch thuật</a:t>
            </a:r>
          </a:p>
        </p:txBody>
      </p:sp>
      <p:pic>
        <p:nvPicPr>
          <p:cNvPr id="15" name="Picture 14" descr="image.png"/>
          <p:cNvPicPr>
            <a:picLocks noChangeAspect="1"/>
          </p:cNvPicPr>
          <p:nvPr/>
        </p:nvPicPr>
        <p:blipFill>
          <a:blip r:embed="rId6"/>
          <a:stretch>
            <a:fillRect/>
          </a:stretch>
        </p:blipFill>
        <p:spPr>
          <a:xfrm>
            <a:off x="6391275" y="2672357"/>
            <a:ext cx="342900" cy="342900"/>
          </a:xfrm>
          <a:prstGeom prst="rect">
            <a:avLst/>
          </a:prstGeom>
        </p:spPr>
      </p:pic>
      <p:sp>
        <p:nvSpPr>
          <p:cNvPr id="16" name="TextBox 15"/>
          <p:cNvSpPr txBox="1"/>
          <p:nvPr/>
        </p:nvSpPr>
        <p:spPr>
          <a:xfrm>
            <a:off x="6848475" y="2743795"/>
            <a:ext cx="2562225" cy="215444"/>
          </a:xfrm>
          <a:prstGeom prst="rect">
            <a:avLst/>
          </a:prstGeom>
          <a:noFill/>
        </p:spPr>
        <p:txBody>
          <a:bodyPr wrap="square" lIns="0" tIns="0" rIns="0" bIns="0" anchor="t">
            <a:spAutoFit/>
          </a:bodyPr>
          <a:lstStyle/>
          <a:p>
            <a:pPr algn="l"/>
            <a:r>
              <a:rPr sz="1400" b="1" i="0" u="none">
                <a:solidFill>
                  <a:srgbClr val="14532D"/>
                </a:solidFill>
                <a:latin typeface="Plus Jakarta Sans"/>
              </a:rPr>
              <a:t>Cơ Chế Phí &amp; Thời Gian Phản Hồi</a:t>
            </a:r>
          </a:p>
        </p:txBody>
      </p:sp>
      <p:sp>
        <p:nvSpPr>
          <p:cNvPr id="17" name="TextBox 16"/>
          <p:cNvSpPr txBox="1"/>
          <p:nvPr/>
        </p:nvSpPr>
        <p:spPr>
          <a:xfrm>
            <a:off x="6562725" y="3224807"/>
            <a:ext cx="4905375" cy="399725"/>
          </a:xfrm>
          <a:prstGeom prst="rect">
            <a:avLst/>
          </a:prstGeom>
          <a:noFill/>
        </p:spPr>
        <p:txBody>
          <a:bodyPr wrap="square" lIns="0" tIns="0" rIns="0" bIns="0" anchor="t">
            <a:spAutoFit/>
          </a:bodyPr>
          <a:lstStyle/>
          <a:p>
            <a:pPr algn="l">
              <a:lnSpc>
                <a:spcPts val="1569"/>
              </a:lnSpc>
            </a:pPr>
            <a:r>
              <a:rPr sz="1200" b="1" i="0" u="none">
                <a:solidFill>
                  <a:srgbClr val="475569"/>
                </a:solidFill>
                <a:latin typeface="Inter"/>
              </a:rPr>
              <a:t>Cơ chế phí:</a:t>
            </a:r>
            <a:r>
              <a:rPr sz="1200" b="0" i="0" u="none">
                <a:solidFill>
                  <a:srgbClr val="475569"/>
                </a:solidFill>
                <a:latin typeface="Inter"/>
              </a:rPr>
              <a:t> Thanh toán cố định hàng tháng hoặc hàng quý giúp </a:t>
            </a:r>
            <a:r>
              <a:rPr lang="vi-VN" sz="1200" b="0" i="0" u="none">
                <a:solidFill>
                  <a:srgbClr val="475569"/>
                </a:solidFill>
                <a:latin typeface="Inter"/>
              </a:rPr>
              <a:t>doanh nghiệp dễ dàng </a:t>
            </a:r>
            <a:r>
              <a:rPr sz="1200" b="0" i="0" u="none">
                <a:solidFill>
                  <a:srgbClr val="475569"/>
                </a:solidFill>
                <a:latin typeface="Inter"/>
              </a:rPr>
              <a:t>dự toán ngân sách.</a:t>
            </a:r>
          </a:p>
        </p:txBody>
      </p:sp>
      <p:sp>
        <p:nvSpPr>
          <p:cNvPr id="18" name="TextBox 17"/>
          <p:cNvSpPr txBox="1"/>
          <p:nvPr/>
        </p:nvSpPr>
        <p:spPr>
          <a:xfrm>
            <a:off x="6562725" y="3680519"/>
            <a:ext cx="4905375" cy="194540"/>
          </a:xfrm>
          <a:prstGeom prst="rect">
            <a:avLst/>
          </a:prstGeom>
          <a:noFill/>
        </p:spPr>
        <p:txBody>
          <a:bodyPr wrap="square" lIns="0" tIns="0" rIns="0" bIns="0" anchor="t">
            <a:spAutoFit/>
          </a:bodyPr>
          <a:lstStyle/>
          <a:p>
            <a:pPr algn="l">
              <a:lnSpc>
                <a:spcPts val="1569"/>
              </a:lnSpc>
            </a:pPr>
            <a:r>
              <a:rPr sz="1200" b="1" i="0" u="none">
                <a:solidFill>
                  <a:srgbClr val="475569"/>
                </a:solidFill>
                <a:latin typeface="Inter"/>
              </a:rPr>
              <a:t>Yêu cầu thông thường:</a:t>
            </a:r>
            <a:r>
              <a:rPr sz="1200" b="0" i="0" u="none">
                <a:solidFill>
                  <a:srgbClr val="475569"/>
                </a:solidFill>
                <a:latin typeface="Inter"/>
              </a:rPr>
              <a:t> Phản hồi ý kiến tư vấn trong vòng 24h – 48h làm việc.</a:t>
            </a:r>
          </a:p>
        </p:txBody>
      </p:sp>
      <p:sp>
        <p:nvSpPr>
          <p:cNvPr id="19" name="TextBox 18"/>
          <p:cNvSpPr txBox="1"/>
          <p:nvPr/>
        </p:nvSpPr>
        <p:spPr>
          <a:xfrm>
            <a:off x="6562725" y="3936950"/>
            <a:ext cx="4905375" cy="194540"/>
          </a:xfrm>
          <a:prstGeom prst="rect">
            <a:avLst/>
          </a:prstGeom>
          <a:noFill/>
        </p:spPr>
        <p:txBody>
          <a:bodyPr wrap="square" lIns="0" tIns="0" rIns="0" bIns="0" anchor="t">
            <a:spAutoFit/>
          </a:bodyPr>
          <a:lstStyle/>
          <a:p>
            <a:pPr algn="l">
              <a:lnSpc>
                <a:spcPts val="1569"/>
              </a:lnSpc>
            </a:pPr>
            <a:r>
              <a:rPr sz="1200" b="1" i="0" u="none">
                <a:solidFill>
                  <a:srgbClr val="475569"/>
                </a:solidFill>
                <a:latin typeface="Inter"/>
              </a:rPr>
              <a:t>Yêu cầu khẩn cấp:</a:t>
            </a:r>
            <a:r>
              <a:rPr sz="1200" b="0" i="0" u="none">
                <a:solidFill>
                  <a:srgbClr val="475569"/>
                </a:solidFill>
                <a:latin typeface="Inter"/>
              </a:rPr>
              <a:t> Ưu tiên xử lý ngay theo mức độ quan trọng của sự vụ.</a:t>
            </a:r>
          </a:p>
        </p:txBody>
      </p:sp>
      <p:sp>
        <p:nvSpPr>
          <p:cNvPr id="20" name="TextBox 19"/>
          <p:cNvSpPr txBox="1"/>
          <p:nvPr/>
        </p:nvSpPr>
        <p:spPr>
          <a:xfrm>
            <a:off x="6562725" y="4193381"/>
            <a:ext cx="4905375" cy="194540"/>
          </a:xfrm>
          <a:prstGeom prst="rect">
            <a:avLst/>
          </a:prstGeom>
          <a:noFill/>
        </p:spPr>
        <p:txBody>
          <a:bodyPr wrap="square" lIns="0" tIns="0" rIns="0" bIns="0" anchor="t">
            <a:spAutoFit/>
          </a:bodyPr>
          <a:lstStyle/>
          <a:p>
            <a:pPr algn="l">
              <a:lnSpc>
                <a:spcPts val="1569"/>
              </a:lnSpc>
            </a:pPr>
            <a:r>
              <a:rPr sz="1200" b="1" i="0" u="none">
                <a:solidFill>
                  <a:srgbClr val="475569"/>
                </a:solidFill>
                <a:latin typeface="Inter"/>
              </a:rPr>
              <a:t>Sự vụ phức tạp:</a:t>
            </a:r>
            <a:r>
              <a:rPr sz="1200" b="0" i="0" u="none">
                <a:solidFill>
                  <a:srgbClr val="475569"/>
                </a:solidFill>
                <a:latin typeface="Inter"/>
              </a:rPr>
              <a:t> Thông báo rõ thời gian dự kiến hoàn thành ý kiến pháp lý.</a:t>
            </a:r>
          </a:p>
        </p:txBody>
      </p:sp>
      <p:pic>
        <p:nvPicPr>
          <p:cNvPr id="21" name="Picture 20" descr="image.png"/>
          <p:cNvPicPr>
            <a:picLocks noChangeAspect="1"/>
          </p:cNvPicPr>
          <p:nvPr/>
        </p:nvPicPr>
        <p:blipFill>
          <a:blip r:embed="rId7"/>
          <a:stretch>
            <a:fillRect/>
          </a:stretch>
        </p:blipFill>
        <p:spPr>
          <a:xfrm>
            <a:off x="814387" y="2762845"/>
            <a:ext cx="161925" cy="161925"/>
          </a:xfrm>
          <a:prstGeom prst="rect">
            <a:avLst/>
          </a:prstGeom>
        </p:spPr>
      </p:pic>
      <p:sp>
        <p:nvSpPr>
          <p:cNvPr id="22" name="TextBox 21"/>
          <p:cNvSpPr txBox="1"/>
          <p:nvPr/>
        </p:nvSpPr>
        <p:spPr>
          <a:xfrm>
            <a:off x="723900" y="3523654"/>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23" name="TextBox 22"/>
          <p:cNvSpPr txBox="1"/>
          <p:nvPr/>
        </p:nvSpPr>
        <p:spPr>
          <a:xfrm>
            <a:off x="723900" y="3780085"/>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24" name="TextBox 23"/>
          <p:cNvSpPr txBox="1"/>
          <p:nvPr/>
        </p:nvSpPr>
        <p:spPr>
          <a:xfrm>
            <a:off x="723900" y="4036516"/>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25" name="TextBox 24"/>
          <p:cNvSpPr txBox="1"/>
          <p:nvPr/>
        </p:nvSpPr>
        <p:spPr>
          <a:xfrm>
            <a:off x="723900" y="4292947"/>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pic>
        <p:nvPicPr>
          <p:cNvPr id="26" name="Picture 25" descr="image.png"/>
          <p:cNvPicPr>
            <a:picLocks noChangeAspect="1"/>
          </p:cNvPicPr>
          <p:nvPr/>
        </p:nvPicPr>
        <p:blipFill>
          <a:blip r:embed="rId8"/>
          <a:stretch>
            <a:fillRect/>
          </a:stretch>
        </p:blipFill>
        <p:spPr>
          <a:xfrm>
            <a:off x="6481762" y="2762845"/>
            <a:ext cx="161925" cy="161925"/>
          </a:xfrm>
          <a:prstGeom prst="rect">
            <a:avLst/>
          </a:prstGeom>
        </p:spPr>
      </p:pic>
      <p:sp>
        <p:nvSpPr>
          <p:cNvPr id="27" name="TextBox 26"/>
          <p:cNvSpPr txBox="1"/>
          <p:nvPr/>
        </p:nvSpPr>
        <p:spPr>
          <a:xfrm>
            <a:off x="6391275" y="3243857"/>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28" name="TextBox 27"/>
          <p:cNvSpPr txBox="1"/>
          <p:nvPr/>
        </p:nvSpPr>
        <p:spPr>
          <a:xfrm>
            <a:off x="6391275" y="3699569"/>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29" name="TextBox 28"/>
          <p:cNvSpPr txBox="1"/>
          <p:nvPr/>
        </p:nvSpPr>
        <p:spPr>
          <a:xfrm>
            <a:off x="6391275" y="3956000"/>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sp>
        <p:nvSpPr>
          <p:cNvPr id="30" name="TextBox 29"/>
          <p:cNvSpPr txBox="1"/>
          <p:nvPr/>
        </p:nvSpPr>
        <p:spPr>
          <a:xfrm>
            <a:off x="6391275" y="4212431"/>
            <a:ext cx="57150" cy="152400"/>
          </a:xfrm>
          <a:prstGeom prst="rect">
            <a:avLst/>
          </a:prstGeom>
          <a:noFill/>
        </p:spPr>
        <p:txBody>
          <a:bodyPr wrap="square" lIns="0" tIns="0" rIns="0" bIns="0" anchor="t">
            <a:spAutoFit/>
          </a:bodyPr>
          <a:lstStyle/>
          <a:p>
            <a:pPr algn="l">
              <a:lnSpc>
                <a:spcPts val="1162"/>
              </a:lnSpc>
            </a:pPr>
            <a:r>
              <a:rPr sz="750" b="0" i="0" u="none">
                <a:solidFill>
                  <a:srgbClr val="FFBD59"/>
                </a:solidFill>
                <a:latin typeface="Inter"/>
              </a:rPr>
              <a:t>■</a:t>
            </a:r>
          </a:p>
        </p:txBody>
      </p:sp>
      <p:pic>
        <p:nvPicPr>
          <p:cNvPr id="32" name="Picture 31">
            <a:extLst>
              <a:ext uri="{FF2B5EF4-FFF2-40B4-BE49-F238E27FC236}">
                <a16:creationId xmlns:a16="http://schemas.microsoft.com/office/drawing/2014/main" id="{773284A1-6AEA-489A-67FB-229E8C43BC23}"/>
              </a:ext>
            </a:extLst>
          </p:cNvPr>
          <p:cNvPicPr>
            <a:picLocks noChangeAspect="1"/>
          </p:cNvPicPr>
          <p:nvPr/>
        </p:nvPicPr>
        <p:blipFill>
          <a:blip r:embed="rId9"/>
          <a:stretch>
            <a:fillRect/>
          </a:stretch>
        </p:blipFill>
        <p:spPr>
          <a:xfrm>
            <a:off x="9715500" y="273844"/>
            <a:ext cx="2347800" cy="1552778"/>
          </a:xfrm>
          <a:prstGeom prst="rect">
            <a:avLst/>
          </a:prstGeom>
        </p:spPr>
      </p:pic>
      <p:pic>
        <p:nvPicPr>
          <p:cNvPr id="34" name="Picture 33">
            <a:extLst>
              <a:ext uri="{FF2B5EF4-FFF2-40B4-BE49-F238E27FC236}">
                <a16:creationId xmlns:a16="http://schemas.microsoft.com/office/drawing/2014/main" id="{551C99FC-34CE-2866-A1ED-0E7E28FFF559}"/>
              </a:ext>
            </a:extLst>
          </p:cNvPr>
          <p:cNvPicPr>
            <a:picLocks noChangeAspect="1"/>
          </p:cNvPicPr>
          <p:nvPr/>
        </p:nvPicPr>
        <p:blipFill>
          <a:blip r:embed="rId10"/>
          <a:stretch>
            <a:fillRect/>
          </a:stretch>
        </p:blipFill>
        <p:spPr>
          <a:xfrm>
            <a:off x="0" y="-175508"/>
            <a:ext cx="1793752" cy="17937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23875" y="1777751"/>
            <a:ext cx="11144250" cy="668089"/>
          </a:xfrm>
          <a:prstGeom prst="rect">
            <a:avLst/>
          </a:prstGeom>
        </p:spPr>
      </p:pic>
      <p:pic>
        <p:nvPicPr>
          <p:cNvPr id="4" name="Picture 3" descr="image.png"/>
          <p:cNvPicPr>
            <a:picLocks noChangeAspect="1"/>
          </p:cNvPicPr>
          <p:nvPr/>
        </p:nvPicPr>
        <p:blipFill>
          <a:blip r:embed="rId4"/>
          <a:stretch>
            <a:fillRect/>
          </a:stretch>
        </p:blipFill>
        <p:spPr>
          <a:xfrm>
            <a:off x="523875" y="2579191"/>
            <a:ext cx="11144250" cy="668089"/>
          </a:xfrm>
          <a:prstGeom prst="rect">
            <a:avLst/>
          </a:prstGeom>
        </p:spPr>
      </p:pic>
      <p:pic>
        <p:nvPicPr>
          <p:cNvPr id="5" name="Picture 4" descr="image.png"/>
          <p:cNvPicPr>
            <a:picLocks noChangeAspect="1"/>
          </p:cNvPicPr>
          <p:nvPr/>
        </p:nvPicPr>
        <p:blipFill>
          <a:blip r:embed="rId5"/>
          <a:stretch>
            <a:fillRect/>
          </a:stretch>
        </p:blipFill>
        <p:spPr>
          <a:xfrm>
            <a:off x="523875" y="3380630"/>
            <a:ext cx="11144250" cy="668089"/>
          </a:xfrm>
          <a:prstGeom prst="rect">
            <a:avLst/>
          </a:prstGeom>
        </p:spPr>
      </p:pic>
      <p:pic>
        <p:nvPicPr>
          <p:cNvPr id="6" name="Picture 5" descr="image.png"/>
          <p:cNvPicPr>
            <a:picLocks noChangeAspect="1"/>
          </p:cNvPicPr>
          <p:nvPr/>
        </p:nvPicPr>
        <p:blipFill>
          <a:blip r:embed="rId6"/>
          <a:stretch>
            <a:fillRect/>
          </a:stretch>
        </p:blipFill>
        <p:spPr>
          <a:xfrm>
            <a:off x="523875" y="4182070"/>
            <a:ext cx="11144250" cy="668089"/>
          </a:xfrm>
          <a:prstGeom prst="rect">
            <a:avLst/>
          </a:prstGeom>
        </p:spPr>
      </p:pic>
      <p:pic>
        <p:nvPicPr>
          <p:cNvPr id="7" name="Picture 6" descr="image.png"/>
          <p:cNvPicPr>
            <a:picLocks noChangeAspect="1"/>
          </p:cNvPicPr>
          <p:nvPr/>
        </p:nvPicPr>
        <p:blipFill>
          <a:blip r:embed="rId7"/>
          <a:stretch>
            <a:fillRect/>
          </a:stretch>
        </p:blipFill>
        <p:spPr>
          <a:xfrm>
            <a:off x="523875" y="4983509"/>
            <a:ext cx="11144250" cy="687139"/>
          </a:xfrm>
          <a:prstGeom prst="rect">
            <a:avLst/>
          </a:prstGeom>
        </p:spPr>
      </p:pic>
      <p:sp>
        <p:nvSpPr>
          <p:cNvPr id="8" name="TextBox 7"/>
          <p:cNvSpPr txBox="1"/>
          <p:nvPr/>
        </p:nvSpPr>
        <p:spPr>
          <a:xfrm>
            <a:off x="523875" y="1153714"/>
            <a:ext cx="11668125" cy="381000"/>
          </a:xfrm>
          <a:prstGeom prst="rect">
            <a:avLst/>
          </a:prstGeom>
          <a:noFill/>
        </p:spPr>
        <p:txBody>
          <a:bodyPr wrap="square" lIns="0" tIns="0" rIns="0" bIns="0" anchor="ctr">
            <a:spAutoFit/>
          </a:bodyPr>
          <a:lstStyle/>
          <a:p>
            <a:pPr algn="l">
              <a:lnSpc>
                <a:spcPts val="3000"/>
              </a:lnSpc>
            </a:pPr>
            <a:r>
              <a:rPr sz="2400" b="0" i="0" u="none">
                <a:solidFill>
                  <a:srgbClr val="026B9A"/>
                </a:solidFill>
                <a:latin typeface="Plus Jakarta Sans ExtraBold"/>
              </a:rPr>
              <a:t>Quy Trình Bắt Đầu Hợp Tác</a:t>
            </a:r>
          </a:p>
        </p:txBody>
      </p:sp>
      <p:sp>
        <p:nvSpPr>
          <p:cNvPr id="9" name="Rounded Rectangle 8"/>
          <p:cNvSpPr/>
          <p:nvPr/>
        </p:nvSpPr>
        <p:spPr>
          <a:xfrm>
            <a:off x="523875" y="809625"/>
            <a:ext cx="7129310" cy="28575"/>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8"/>
          <a:stretch>
            <a:fillRect/>
          </a:stretch>
        </p:blipFill>
        <p:spPr>
          <a:xfrm>
            <a:off x="723900" y="1973609"/>
            <a:ext cx="733425" cy="276225"/>
          </a:xfrm>
          <a:prstGeom prst="rect">
            <a:avLst/>
          </a:prstGeom>
        </p:spPr>
      </p:pic>
      <p:pic>
        <p:nvPicPr>
          <p:cNvPr id="11" name="Picture 10" descr="image.png"/>
          <p:cNvPicPr>
            <a:picLocks noChangeAspect="1"/>
          </p:cNvPicPr>
          <p:nvPr/>
        </p:nvPicPr>
        <p:blipFill>
          <a:blip r:embed="rId9"/>
          <a:stretch>
            <a:fillRect/>
          </a:stretch>
        </p:blipFill>
        <p:spPr>
          <a:xfrm>
            <a:off x="11372850" y="2035522"/>
            <a:ext cx="95250" cy="152400"/>
          </a:xfrm>
          <a:prstGeom prst="rect">
            <a:avLst/>
          </a:prstGeom>
        </p:spPr>
      </p:pic>
      <p:pic>
        <p:nvPicPr>
          <p:cNvPr id="12" name="Picture 11" descr="image.png"/>
          <p:cNvPicPr>
            <a:picLocks noChangeAspect="1"/>
          </p:cNvPicPr>
          <p:nvPr/>
        </p:nvPicPr>
        <p:blipFill>
          <a:blip r:embed="rId10"/>
          <a:stretch>
            <a:fillRect/>
          </a:stretch>
        </p:blipFill>
        <p:spPr>
          <a:xfrm>
            <a:off x="723900" y="2775049"/>
            <a:ext cx="762000" cy="276225"/>
          </a:xfrm>
          <a:prstGeom prst="rect">
            <a:avLst/>
          </a:prstGeom>
        </p:spPr>
      </p:pic>
      <p:pic>
        <p:nvPicPr>
          <p:cNvPr id="13" name="Picture 12" descr="image.png"/>
          <p:cNvPicPr>
            <a:picLocks noChangeAspect="1"/>
          </p:cNvPicPr>
          <p:nvPr/>
        </p:nvPicPr>
        <p:blipFill>
          <a:blip r:embed="rId9"/>
          <a:stretch>
            <a:fillRect/>
          </a:stretch>
        </p:blipFill>
        <p:spPr>
          <a:xfrm>
            <a:off x="11372850" y="2836961"/>
            <a:ext cx="95250" cy="152400"/>
          </a:xfrm>
          <a:prstGeom prst="rect">
            <a:avLst/>
          </a:prstGeom>
        </p:spPr>
      </p:pic>
      <p:pic>
        <p:nvPicPr>
          <p:cNvPr id="14" name="Picture 13" descr="image.png"/>
          <p:cNvPicPr>
            <a:picLocks noChangeAspect="1"/>
          </p:cNvPicPr>
          <p:nvPr/>
        </p:nvPicPr>
        <p:blipFill>
          <a:blip r:embed="rId11"/>
          <a:stretch>
            <a:fillRect/>
          </a:stretch>
        </p:blipFill>
        <p:spPr>
          <a:xfrm>
            <a:off x="723900" y="3576488"/>
            <a:ext cx="762000" cy="276225"/>
          </a:xfrm>
          <a:prstGeom prst="rect">
            <a:avLst/>
          </a:prstGeom>
        </p:spPr>
      </p:pic>
      <p:pic>
        <p:nvPicPr>
          <p:cNvPr id="15" name="Picture 14" descr="image.png"/>
          <p:cNvPicPr>
            <a:picLocks noChangeAspect="1"/>
          </p:cNvPicPr>
          <p:nvPr/>
        </p:nvPicPr>
        <p:blipFill>
          <a:blip r:embed="rId9"/>
          <a:stretch>
            <a:fillRect/>
          </a:stretch>
        </p:blipFill>
        <p:spPr>
          <a:xfrm>
            <a:off x="11372850" y="3638401"/>
            <a:ext cx="95250" cy="152400"/>
          </a:xfrm>
          <a:prstGeom prst="rect">
            <a:avLst/>
          </a:prstGeom>
        </p:spPr>
      </p:pic>
      <p:pic>
        <p:nvPicPr>
          <p:cNvPr id="16" name="Picture 15" descr="image.png"/>
          <p:cNvPicPr>
            <a:picLocks noChangeAspect="1"/>
          </p:cNvPicPr>
          <p:nvPr/>
        </p:nvPicPr>
        <p:blipFill>
          <a:blip r:embed="rId12"/>
          <a:stretch>
            <a:fillRect/>
          </a:stretch>
        </p:blipFill>
        <p:spPr>
          <a:xfrm>
            <a:off x="723900" y="4377928"/>
            <a:ext cx="771525" cy="276225"/>
          </a:xfrm>
          <a:prstGeom prst="rect">
            <a:avLst/>
          </a:prstGeom>
        </p:spPr>
      </p:pic>
      <p:pic>
        <p:nvPicPr>
          <p:cNvPr id="17" name="Picture 16" descr="image.png"/>
          <p:cNvPicPr>
            <a:picLocks noChangeAspect="1"/>
          </p:cNvPicPr>
          <p:nvPr/>
        </p:nvPicPr>
        <p:blipFill>
          <a:blip r:embed="rId13"/>
          <a:stretch>
            <a:fillRect/>
          </a:stretch>
        </p:blipFill>
        <p:spPr>
          <a:xfrm>
            <a:off x="11372850" y="4439840"/>
            <a:ext cx="95250" cy="152400"/>
          </a:xfrm>
          <a:prstGeom prst="rect">
            <a:avLst/>
          </a:prstGeom>
        </p:spPr>
      </p:pic>
      <p:pic>
        <p:nvPicPr>
          <p:cNvPr id="18" name="Picture 17" descr="image.png"/>
          <p:cNvPicPr>
            <a:picLocks noChangeAspect="1"/>
          </p:cNvPicPr>
          <p:nvPr/>
        </p:nvPicPr>
        <p:blipFill>
          <a:blip r:embed="rId14"/>
          <a:stretch>
            <a:fillRect/>
          </a:stretch>
        </p:blipFill>
        <p:spPr>
          <a:xfrm>
            <a:off x="733425" y="5188892"/>
            <a:ext cx="762000" cy="276225"/>
          </a:xfrm>
          <a:prstGeom prst="rect">
            <a:avLst/>
          </a:prstGeom>
        </p:spPr>
      </p:pic>
      <p:pic>
        <p:nvPicPr>
          <p:cNvPr id="19" name="Picture 18" descr="image.png"/>
          <p:cNvPicPr>
            <a:picLocks noChangeAspect="1"/>
          </p:cNvPicPr>
          <p:nvPr/>
        </p:nvPicPr>
        <p:blipFill>
          <a:blip r:embed="rId15"/>
          <a:stretch>
            <a:fillRect/>
          </a:stretch>
        </p:blipFill>
        <p:spPr>
          <a:xfrm>
            <a:off x="11268075" y="5231755"/>
            <a:ext cx="190500" cy="190500"/>
          </a:xfrm>
          <a:prstGeom prst="rect">
            <a:avLst/>
          </a:prstGeom>
        </p:spPr>
      </p:pic>
      <p:sp>
        <p:nvSpPr>
          <p:cNvPr id="20" name="TextBox 19"/>
          <p:cNvSpPr txBox="1"/>
          <p:nvPr/>
        </p:nvSpPr>
        <p:spPr>
          <a:xfrm>
            <a:off x="1609725" y="1930151"/>
            <a:ext cx="1514475" cy="215444"/>
          </a:xfrm>
          <a:prstGeom prst="rect">
            <a:avLst/>
          </a:prstGeom>
          <a:noFill/>
        </p:spPr>
        <p:txBody>
          <a:bodyPr wrap="square" lIns="0" tIns="0" rIns="0" bIns="0" anchor="t">
            <a:spAutoFit/>
          </a:bodyPr>
          <a:lstStyle/>
          <a:p>
            <a:pPr algn="l"/>
            <a:r>
              <a:rPr sz="1400" b="1" i="0" u="none">
                <a:solidFill>
                  <a:srgbClr val="026B9A"/>
                </a:solidFill>
                <a:latin typeface="Inter"/>
              </a:rPr>
              <a:t>Trao Đổi Nhu Cầu</a:t>
            </a:r>
          </a:p>
        </p:txBody>
      </p:sp>
      <p:sp>
        <p:nvSpPr>
          <p:cNvPr id="21" name="TextBox 20"/>
          <p:cNvSpPr txBox="1"/>
          <p:nvPr/>
        </p:nvSpPr>
        <p:spPr>
          <a:xfrm>
            <a:off x="1609725" y="2111126"/>
            <a:ext cx="9610725" cy="191839"/>
          </a:xfrm>
          <a:prstGeom prst="rect">
            <a:avLst/>
          </a:prstGeom>
          <a:noFill/>
        </p:spPr>
        <p:txBody>
          <a:bodyPr wrap="square" lIns="0" tIns="0" rIns="0" bIns="0" anchor="t">
            <a:spAutoFit/>
          </a:bodyPr>
          <a:lstStyle/>
          <a:p>
            <a:pPr algn="l">
              <a:lnSpc>
                <a:spcPts val="1511"/>
              </a:lnSpc>
            </a:pPr>
            <a:r>
              <a:rPr sz="1200" b="0" i="0" u="none">
                <a:solidFill>
                  <a:srgbClr val="64748B"/>
                </a:solidFill>
                <a:latin typeface="Inter"/>
              </a:rPr>
              <a:t>Tìm hiểu mô hình kinh doanh &amp; các vấn đề pháp lý thường xuyên của doanh nghiệp.</a:t>
            </a:r>
          </a:p>
        </p:txBody>
      </p:sp>
      <p:sp>
        <p:nvSpPr>
          <p:cNvPr id="22" name="TextBox 21"/>
          <p:cNvSpPr txBox="1"/>
          <p:nvPr/>
        </p:nvSpPr>
        <p:spPr>
          <a:xfrm>
            <a:off x="1638300" y="2731591"/>
            <a:ext cx="1485900" cy="215444"/>
          </a:xfrm>
          <a:prstGeom prst="rect">
            <a:avLst/>
          </a:prstGeom>
          <a:noFill/>
        </p:spPr>
        <p:txBody>
          <a:bodyPr wrap="square" lIns="0" tIns="0" rIns="0" bIns="0" anchor="t">
            <a:spAutoFit/>
          </a:bodyPr>
          <a:lstStyle/>
          <a:p>
            <a:pPr algn="l"/>
            <a:r>
              <a:rPr sz="1400" b="1" i="0" u="none">
                <a:solidFill>
                  <a:srgbClr val="026B9A"/>
                </a:solidFill>
                <a:latin typeface="Inter"/>
              </a:rPr>
              <a:t>Xác Định Phạm Vi</a:t>
            </a:r>
          </a:p>
        </p:txBody>
      </p:sp>
      <p:sp>
        <p:nvSpPr>
          <p:cNvPr id="23" name="TextBox 22"/>
          <p:cNvSpPr txBox="1"/>
          <p:nvPr/>
        </p:nvSpPr>
        <p:spPr>
          <a:xfrm>
            <a:off x="1638300" y="2912566"/>
            <a:ext cx="9582150" cy="191839"/>
          </a:xfrm>
          <a:prstGeom prst="rect">
            <a:avLst/>
          </a:prstGeom>
          <a:noFill/>
        </p:spPr>
        <p:txBody>
          <a:bodyPr wrap="square" lIns="0" tIns="0" rIns="0" bIns="0" anchor="t">
            <a:spAutoFit/>
          </a:bodyPr>
          <a:lstStyle/>
          <a:p>
            <a:pPr algn="l">
              <a:lnSpc>
                <a:spcPts val="1511"/>
              </a:lnSpc>
            </a:pPr>
            <a:r>
              <a:rPr sz="1200" b="0" i="0" u="none">
                <a:solidFill>
                  <a:srgbClr val="64748B"/>
                </a:solidFill>
                <a:latin typeface="Inter"/>
              </a:rPr>
              <a:t>Xác định loại công việc, tần suất &amp; mức độ hỗ trợ cần thiết.</a:t>
            </a:r>
          </a:p>
        </p:txBody>
      </p:sp>
      <p:sp>
        <p:nvSpPr>
          <p:cNvPr id="24" name="TextBox 23"/>
          <p:cNvSpPr txBox="1"/>
          <p:nvPr/>
        </p:nvSpPr>
        <p:spPr>
          <a:xfrm>
            <a:off x="1638299" y="3533030"/>
            <a:ext cx="1323975" cy="215444"/>
          </a:xfrm>
          <a:prstGeom prst="rect">
            <a:avLst/>
          </a:prstGeom>
          <a:noFill/>
        </p:spPr>
        <p:txBody>
          <a:bodyPr wrap="square" lIns="0" tIns="0" rIns="0" bIns="0" anchor="t">
            <a:spAutoFit/>
          </a:bodyPr>
          <a:lstStyle/>
          <a:p>
            <a:pPr algn="l"/>
            <a:r>
              <a:rPr sz="1400" b="1" i="0" u="none">
                <a:solidFill>
                  <a:srgbClr val="026B9A"/>
                </a:solidFill>
                <a:latin typeface="Inter"/>
              </a:rPr>
              <a:t>Đề Xuất Dịch Vụ</a:t>
            </a:r>
          </a:p>
        </p:txBody>
      </p:sp>
      <p:sp>
        <p:nvSpPr>
          <p:cNvPr id="25" name="TextBox 24"/>
          <p:cNvSpPr txBox="1"/>
          <p:nvPr/>
        </p:nvSpPr>
        <p:spPr>
          <a:xfrm>
            <a:off x="1638300" y="3714005"/>
            <a:ext cx="9582150" cy="191839"/>
          </a:xfrm>
          <a:prstGeom prst="rect">
            <a:avLst/>
          </a:prstGeom>
          <a:noFill/>
        </p:spPr>
        <p:txBody>
          <a:bodyPr wrap="square" lIns="0" tIns="0" rIns="0" bIns="0" anchor="t">
            <a:spAutoFit/>
          </a:bodyPr>
          <a:lstStyle/>
          <a:p>
            <a:pPr algn="l">
              <a:lnSpc>
                <a:spcPts val="1511"/>
              </a:lnSpc>
            </a:pPr>
            <a:r>
              <a:rPr sz="1200" b="0" i="0" u="none">
                <a:solidFill>
                  <a:srgbClr val="64748B"/>
                </a:solidFill>
                <a:latin typeface="Inter"/>
              </a:rPr>
              <a:t>Đề xuất phạm vi dịch vụ chi tiết kèm mức phí giải pháp tối ưu.</a:t>
            </a:r>
          </a:p>
        </p:txBody>
      </p:sp>
      <p:sp>
        <p:nvSpPr>
          <p:cNvPr id="26" name="TextBox 25"/>
          <p:cNvSpPr txBox="1"/>
          <p:nvPr/>
        </p:nvSpPr>
        <p:spPr>
          <a:xfrm>
            <a:off x="1647824" y="4334470"/>
            <a:ext cx="1476375" cy="215444"/>
          </a:xfrm>
          <a:prstGeom prst="rect">
            <a:avLst/>
          </a:prstGeom>
          <a:noFill/>
        </p:spPr>
        <p:txBody>
          <a:bodyPr wrap="square" lIns="0" tIns="0" rIns="0" bIns="0" anchor="t">
            <a:spAutoFit/>
          </a:bodyPr>
          <a:lstStyle/>
          <a:p>
            <a:pPr algn="l"/>
            <a:r>
              <a:rPr sz="1400" b="1" i="0" u="none">
                <a:solidFill>
                  <a:srgbClr val="026B9A"/>
                </a:solidFill>
                <a:latin typeface="Inter"/>
              </a:rPr>
              <a:t>Ký Kết Hợp Đồng</a:t>
            </a:r>
          </a:p>
        </p:txBody>
      </p:sp>
      <p:sp>
        <p:nvSpPr>
          <p:cNvPr id="27" name="TextBox 26"/>
          <p:cNvSpPr txBox="1"/>
          <p:nvPr/>
        </p:nvSpPr>
        <p:spPr>
          <a:xfrm>
            <a:off x="1647825" y="4515445"/>
            <a:ext cx="9572625" cy="191839"/>
          </a:xfrm>
          <a:prstGeom prst="rect">
            <a:avLst/>
          </a:prstGeom>
          <a:noFill/>
        </p:spPr>
        <p:txBody>
          <a:bodyPr wrap="square" lIns="0" tIns="0" rIns="0" bIns="0" anchor="t">
            <a:spAutoFit/>
          </a:bodyPr>
          <a:lstStyle/>
          <a:p>
            <a:pPr algn="l">
              <a:lnSpc>
                <a:spcPts val="1511"/>
              </a:lnSpc>
            </a:pPr>
            <a:r>
              <a:rPr sz="1200" b="0" i="0" u="none">
                <a:solidFill>
                  <a:srgbClr val="64748B"/>
                </a:solidFill>
                <a:latin typeface="Inter"/>
              </a:rPr>
              <a:t>Thống nhất phạm vi công việc, phí dịch vụ, thời gian phản hồi (SLA) &amp; điều khoản hợp tác.</a:t>
            </a:r>
          </a:p>
        </p:txBody>
      </p:sp>
      <p:sp>
        <p:nvSpPr>
          <p:cNvPr id="28" name="TextBox 27"/>
          <p:cNvSpPr txBox="1"/>
          <p:nvPr/>
        </p:nvSpPr>
        <p:spPr>
          <a:xfrm>
            <a:off x="1647825" y="5145434"/>
            <a:ext cx="1476374" cy="215444"/>
          </a:xfrm>
          <a:prstGeom prst="rect">
            <a:avLst/>
          </a:prstGeom>
          <a:noFill/>
        </p:spPr>
        <p:txBody>
          <a:bodyPr wrap="square" lIns="0" tIns="0" rIns="0" bIns="0" anchor="t">
            <a:spAutoFit/>
          </a:bodyPr>
          <a:lstStyle/>
          <a:p>
            <a:pPr algn="l"/>
            <a:r>
              <a:rPr sz="1400" b="1" i="0" u="none">
                <a:solidFill>
                  <a:srgbClr val="026B9A"/>
                </a:solidFill>
                <a:latin typeface="Inter"/>
              </a:rPr>
              <a:t>Đồng Hành Lâu Dài</a:t>
            </a:r>
          </a:p>
        </p:txBody>
      </p:sp>
      <p:sp>
        <p:nvSpPr>
          <p:cNvPr id="29" name="TextBox 28"/>
          <p:cNvSpPr txBox="1"/>
          <p:nvPr/>
        </p:nvSpPr>
        <p:spPr>
          <a:xfrm>
            <a:off x="1647825" y="5326409"/>
            <a:ext cx="9467850" cy="191839"/>
          </a:xfrm>
          <a:prstGeom prst="rect">
            <a:avLst/>
          </a:prstGeom>
          <a:noFill/>
        </p:spPr>
        <p:txBody>
          <a:bodyPr wrap="square" lIns="0" tIns="0" rIns="0" bIns="0" anchor="t">
            <a:spAutoFit/>
          </a:bodyPr>
          <a:lstStyle/>
          <a:p>
            <a:pPr algn="l">
              <a:lnSpc>
                <a:spcPts val="1511"/>
              </a:lnSpc>
            </a:pPr>
            <a:r>
              <a:rPr sz="1200">
                <a:solidFill>
                  <a:srgbClr val="64748B"/>
                </a:solidFill>
                <a:latin typeface="Inter"/>
              </a:rPr>
              <a:t>AD Legal chính thức trở thành đầu mối pháp lý thường xuyên </a:t>
            </a:r>
            <a:r>
              <a:rPr lang="vi-VN" sz="1200">
                <a:solidFill>
                  <a:srgbClr val="64748B"/>
                </a:solidFill>
                <a:latin typeface="Inter"/>
              </a:rPr>
              <a:t>đồng hành cùng</a:t>
            </a:r>
            <a:r>
              <a:rPr sz="1200">
                <a:solidFill>
                  <a:srgbClr val="64748B"/>
                </a:solidFill>
                <a:latin typeface="Inter"/>
              </a:rPr>
              <a:t> doanh nghiệp.</a:t>
            </a:r>
          </a:p>
        </p:txBody>
      </p:sp>
      <p:pic>
        <p:nvPicPr>
          <p:cNvPr id="31" name="Picture 30">
            <a:extLst>
              <a:ext uri="{FF2B5EF4-FFF2-40B4-BE49-F238E27FC236}">
                <a16:creationId xmlns:a16="http://schemas.microsoft.com/office/drawing/2014/main" id="{CB98F6B7-5BC0-BB3E-D2B7-DF936CA5238C}"/>
              </a:ext>
            </a:extLst>
          </p:cNvPr>
          <p:cNvPicPr>
            <a:picLocks noChangeAspect="1"/>
          </p:cNvPicPr>
          <p:nvPr/>
        </p:nvPicPr>
        <p:blipFill>
          <a:blip r:embed="rId16"/>
          <a:stretch>
            <a:fillRect/>
          </a:stretch>
        </p:blipFill>
        <p:spPr>
          <a:xfrm>
            <a:off x="10029824" y="273844"/>
            <a:ext cx="2033475" cy="1344891"/>
          </a:xfrm>
          <a:prstGeom prst="rect">
            <a:avLst/>
          </a:prstGeom>
        </p:spPr>
      </p:pic>
      <p:pic>
        <p:nvPicPr>
          <p:cNvPr id="33" name="Picture 32">
            <a:extLst>
              <a:ext uri="{FF2B5EF4-FFF2-40B4-BE49-F238E27FC236}">
                <a16:creationId xmlns:a16="http://schemas.microsoft.com/office/drawing/2014/main" id="{A3B63B50-7FD5-1A29-3902-DF3D6792B1F6}"/>
              </a:ext>
            </a:extLst>
          </p:cNvPr>
          <p:cNvPicPr>
            <a:picLocks noChangeAspect="1"/>
          </p:cNvPicPr>
          <p:nvPr/>
        </p:nvPicPr>
        <p:blipFill>
          <a:blip r:embed="rId17"/>
          <a:stretch>
            <a:fillRect/>
          </a:stretch>
        </p:blipFill>
        <p:spPr>
          <a:xfrm>
            <a:off x="0" y="-175508"/>
            <a:ext cx="1793752" cy="179375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78892"/>
            <a:ext cx="12192000" cy="7036892"/>
          </a:xfrm>
          <a:prstGeom prst="rect">
            <a:avLst/>
          </a:prstGeom>
        </p:spPr>
      </p:pic>
      <p:pic>
        <p:nvPicPr>
          <p:cNvPr id="3" name="Picture 2" descr="image.png"/>
          <p:cNvPicPr>
            <a:picLocks noChangeAspect="1"/>
          </p:cNvPicPr>
          <p:nvPr/>
        </p:nvPicPr>
        <p:blipFill>
          <a:blip r:embed="rId3"/>
          <a:stretch>
            <a:fillRect/>
          </a:stretch>
        </p:blipFill>
        <p:spPr>
          <a:xfrm>
            <a:off x="2047875" y="2724149"/>
            <a:ext cx="8096250" cy="2407744"/>
          </a:xfrm>
          <a:prstGeom prst="rect">
            <a:avLst/>
          </a:prstGeom>
        </p:spPr>
      </p:pic>
      <p:pic>
        <p:nvPicPr>
          <p:cNvPr id="5" name="Picture 4" descr="image.png"/>
          <p:cNvPicPr>
            <a:picLocks noChangeAspect="1"/>
          </p:cNvPicPr>
          <p:nvPr/>
        </p:nvPicPr>
        <p:blipFill>
          <a:blip r:embed="rId4"/>
          <a:stretch>
            <a:fillRect/>
          </a:stretch>
        </p:blipFill>
        <p:spPr>
          <a:xfrm>
            <a:off x="2438400" y="3769816"/>
            <a:ext cx="7315200" cy="428625"/>
          </a:xfrm>
          <a:prstGeom prst="rect">
            <a:avLst/>
          </a:prstGeom>
        </p:spPr>
      </p:pic>
      <p:sp>
        <p:nvSpPr>
          <p:cNvPr id="6" name="TextBox 5"/>
          <p:cNvSpPr txBox="1"/>
          <p:nvPr/>
        </p:nvSpPr>
        <p:spPr>
          <a:xfrm>
            <a:off x="2334577" y="3382582"/>
            <a:ext cx="7680960" cy="307777"/>
          </a:xfrm>
          <a:prstGeom prst="rect">
            <a:avLst/>
          </a:prstGeom>
          <a:noFill/>
        </p:spPr>
        <p:txBody>
          <a:bodyPr wrap="square" lIns="0" tIns="0" rIns="0" bIns="0" anchor="t">
            <a:spAutoFit/>
          </a:bodyPr>
          <a:lstStyle/>
          <a:p>
            <a:pPr algn="ctr"/>
            <a:r>
              <a:rPr lang="vi-VN" sz="2000" b="1" i="0" u="none">
                <a:solidFill>
                  <a:srgbClr val="FFFFFF"/>
                </a:solidFill>
                <a:latin typeface="Plus Jakarta Sans"/>
              </a:rPr>
              <a:t>CÔNG TY LUẬT TNHH ADL COUNSEL</a:t>
            </a:r>
            <a:endParaRPr sz="2000" b="1" i="0" u="none">
              <a:solidFill>
                <a:srgbClr val="FFFFFF"/>
              </a:solidFill>
              <a:latin typeface="Plus Jakarta Sans"/>
            </a:endParaRPr>
          </a:p>
        </p:txBody>
      </p:sp>
      <p:sp>
        <p:nvSpPr>
          <p:cNvPr id="7" name="TextBox 6"/>
          <p:cNvSpPr txBox="1"/>
          <p:nvPr/>
        </p:nvSpPr>
        <p:spPr>
          <a:xfrm>
            <a:off x="2700337" y="5544247"/>
            <a:ext cx="7315200" cy="745973"/>
          </a:xfrm>
          <a:prstGeom prst="rect">
            <a:avLst/>
          </a:prstGeom>
          <a:noFill/>
        </p:spPr>
        <p:txBody>
          <a:bodyPr wrap="square" lIns="0" tIns="0" rIns="0" bIns="0" anchor="t">
            <a:spAutoFit/>
          </a:bodyPr>
          <a:lstStyle/>
          <a:p>
            <a:pPr algn="ctr">
              <a:lnSpc>
                <a:spcPts val="2039"/>
              </a:lnSpc>
            </a:pPr>
            <a:r>
              <a:rPr sz="1200" b="0" i="0" u="none">
                <a:solidFill>
                  <a:srgbClr val="D9D9D9"/>
                </a:solidFill>
                <a:latin typeface="Inter"/>
              </a:rPr>
              <a:t>"Doanh nghiệp không nên chỉ tìm đến luật sư khi vấn đề đã xảy ra.</a:t>
            </a:r>
            <a:r>
              <a:rPr sz="1200"/>
              <a:t>
</a:t>
            </a:r>
            <a:r>
              <a:rPr sz="1200" b="0" i="0" u="none">
                <a:solidFill>
                  <a:srgbClr val="D9D9D9"/>
                </a:solidFill>
                <a:latin typeface="Inter"/>
              </a:rPr>
              <a:t> Một luật sư đồng hành đúng lúc có thể giúp doanh nghiệp nhận diện rủi ro, đưa ra quyết định tốt hơn và tránh những chi phí pháp lý không đáng có."</a:t>
            </a:r>
          </a:p>
        </p:txBody>
      </p:sp>
      <p:pic>
        <p:nvPicPr>
          <p:cNvPr id="9" name="Picture 8" descr="image.png"/>
          <p:cNvPicPr>
            <a:picLocks noChangeAspect="1"/>
          </p:cNvPicPr>
          <p:nvPr/>
        </p:nvPicPr>
        <p:blipFill>
          <a:blip r:embed="rId5"/>
          <a:stretch>
            <a:fillRect/>
          </a:stretch>
        </p:blipFill>
        <p:spPr>
          <a:xfrm>
            <a:off x="3719512" y="4036516"/>
            <a:ext cx="142875" cy="142875"/>
          </a:xfrm>
          <a:prstGeom prst="rect">
            <a:avLst/>
          </a:prstGeom>
        </p:spPr>
      </p:pic>
      <p:sp>
        <p:nvSpPr>
          <p:cNvPr id="10" name="TextBox 9"/>
          <p:cNvSpPr txBox="1"/>
          <p:nvPr/>
        </p:nvSpPr>
        <p:spPr>
          <a:xfrm>
            <a:off x="3957637" y="4017466"/>
            <a:ext cx="1133475" cy="184666"/>
          </a:xfrm>
          <a:prstGeom prst="rect">
            <a:avLst/>
          </a:prstGeom>
          <a:noFill/>
        </p:spPr>
        <p:txBody>
          <a:bodyPr wrap="square" lIns="0" tIns="0" rIns="0" bIns="0" anchor="t">
            <a:spAutoFit/>
          </a:bodyPr>
          <a:lstStyle/>
          <a:p>
            <a:pPr algn="ctr"/>
            <a:r>
              <a:rPr sz="1200" b="0" i="0" u="none">
                <a:solidFill>
                  <a:srgbClr val="FFBD59"/>
                </a:solidFill>
                <a:latin typeface="Inter SemiBold"/>
              </a:rPr>
              <a:t>www.adlegal.vn</a:t>
            </a:r>
          </a:p>
        </p:txBody>
      </p:sp>
      <p:pic>
        <p:nvPicPr>
          <p:cNvPr id="11" name="Picture 10" descr="image.png"/>
          <p:cNvPicPr>
            <a:picLocks noChangeAspect="1"/>
          </p:cNvPicPr>
          <p:nvPr/>
        </p:nvPicPr>
        <p:blipFill>
          <a:blip r:embed="rId6"/>
          <a:stretch>
            <a:fillRect/>
          </a:stretch>
        </p:blipFill>
        <p:spPr>
          <a:xfrm>
            <a:off x="5424487" y="4036516"/>
            <a:ext cx="142875" cy="142875"/>
          </a:xfrm>
          <a:prstGeom prst="rect">
            <a:avLst/>
          </a:prstGeom>
        </p:spPr>
      </p:pic>
      <p:sp>
        <p:nvSpPr>
          <p:cNvPr id="12" name="TextBox 11"/>
          <p:cNvSpPr txBox="1"/>
          <p:nvPr/>
        </p:nvSpPr>
        <p:spPr>
          <a:xfrm>
            <a:off x="5662612" y="4017466"/>
            <a:ext cx="1390650" cy="184666"/>
          </a:xfrm>
          <a:prstGeom prst="rect">
            <a:avLst/>
          </a:prstGeom>
          <a:noFill/>
        </p:spPr>
        <p:txBody>
          <a:bodyPr wrap="square" lIns="0" tIns="0" rIns="0" bIns="0" anchor="t">
            <a:spAutoFit/>
          </a:bodyPr>
          <a:lstStyle/>
          <a:p>
            <a:pPr algn="ctr"/>
            <a:r>
              <a:rPr lang="vi-VN" sz="1200" b="0" i="0" u="none">
                <a:solidFill>
                  <a:srgbClr val="FFBD59"/>
                </a:solidFill>
                <a:latin typeface="Inter SemiBold"/>
              </a:rPr>
              <a:t>counsel</a:t>
            </a:r>
            <a:r>
              <a:rPr sz="1200" b="0" i="0" u="none">
                <a:solidFill>
                  <a:srgbClr val="FFBD59"/>
                </a:solidFill>
                <a:latin typeface="Inter SemiBold"/>
              </a:rPr>
              <a:t>@adlegal.vn</a:t>
            </a:r>
          </a:p>
        </p:txBody>
      </p:sp>
      <p:pic>
        <p:nvPicPr>
          <p:cNvPr id="13" name="Picture 12" descr="image.png"/>
          <p:cNvPicPr>
            <a:picLocks noChangeAspect="1"/>
          </p:cNvPicPr>
          <p:nvPr/>
        </p:nvPicPr>
        <p:blipFill>
          <a:blip r:embed="rId7"/>
          <a:stretch>
            <a:fillRect/>
          </a:stretch>
        </p:blipFill>
        <p:spPr>
          <a:xfrm>
            <a:off x="7386637" y="4055566"/>
            <a:ext cx="142875" cy="142875"/>
          </a:xfrm>
          <a:prstGeom prst="rect">
            <a:avLst/>
          </a:prstGeom>
        </p:spPr>
      </p:pic>
      <p:sp>
        <p:nvSpPr>
          <p:cNvPr id="14" name="TextBox 13"/>
          <p:cNvSpPr txBox="1"/>
          <p:nvPr/>
        </p:nvSpPr>
        <p:spPr>
          <a:xfrm>
            <a:off x="7624762" y="4036516"/>
            <a:ext cx="1223963" cy="184666"/>
          </a:xfrm>
          <a:prstGeom prst="rect">
            <a:avLst/>
          </a:prstGeom>
          <a:noFill/>
        </p:spPr>
        <p:txBody>
          <a:bodyPr wrap="square" lIns="0" tIns="0" rIns="0" bIns="0" anchor="t">
            <a:spAutoFit/>
          </a:bodyPr>
          <a:lstStyle/>
          <a:p>
            <a:pPr algn="ctr"/>
            <a:r>
              <a:rPr lang="vi-VN" sz="1200" b="0" i="0" u="none">
                <a:solidFill>
                  <a:srgbClr val="FFBD59"/>
                </a:solidFill>
                <a:latin typeface="Inter SemiBold"/>
              </a:rPr>
              <a:t>(+84) 969 451 906</a:t>
            </a:r>
            <a:endParaRPr sz="1200" b="0" i="0" u="none">
              <a:solidFill>
                <a:srgbClr val="FFBD59"/>
              </a:solidFill>
              <a:latin typeface="Inter SemiBold"/>
            </a:endParaRPr>
          </a:p>
        </p:txBody>
      </p:sp>
      <p:pic>
        <p:nvPicPr>
          <p:cNvPr id="16" name="Picture 15">
            <a:extLst>
              <a:ext uri="{FF2B5EF4-FFF2-40B4-BE49-F238E27FC236}">
                <a16:creationId xmlns:a16="http://schemas.microsoft.com/office/drawing/2014/main" id="{E5D4B0D7-50BC-C957-0494-BE270572C114}"/>
              </a:ext>
            </a:extLst>
          </p:cNvPr>
          <p:cNvPicPr>
            <a:picLocks noChangeAspect="1"/>
          </p:cNvPicPr>
          <p:nvPr/>
        </p:nvPicPr>
        <p:blipFill>
          <a:blip r:embed="rId8"/>
          <a:stretch>
            <a:fillRect/>
          </a:stretch>
        </p:blipFill>
        <p:spPr>
          <a:xfrm>
            <a:off x="9867476" y="273844"/>
            <a:ext cx="2195823" cy="1452264"/>
          </a:xfrm>
          <a:prstGeom prst="rect">
            <a:avLst/>
          </a:prstGeom>
        </p:spPr>
      </p:pic>
      <p:pic>
        <p:nvPicPr>
          <p:cNvPr id="18" name="Picture 17">
            <a:extLst>
              <a:ext uri="{FF2B5EF4-FFF2-40B4-BE49-F238E27FC236}">
                <a16:creationId xmlns:a16="http://schemas.microsoft.com/office/drawing/2014/main" id="{DBE58344-5B9D-E67D-9AA1-3A0EFDF71FB1}"/>
              </a:ext>
            </a:extLst>
          </p:cNvPr>
          <p:cNvPicPr>
            <a:picLocks noChangeAspect="1"/>
          </p:cNvPicPr>
          <p:nvPr/>
        </p:nvPicPr>
        <p:blipFill>
          <a:blip r:embed="rId9"/>
          <a:stretch>
            <a:fillRect/>
          </a:stretch>
        </p:blipFill>
        <p:spPr>
          <a:xfrm>
            <a:off x="4315270" y="-108498"/>
            <a:ext cx="3561310" cy="356131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171</TotalTime>
  <Words>1731</Words>
  <Application>Microsoft Office PowerPoint</Application>
  <PresentationFormat>Widescreen</PresentationFormat>
  <Paragraphs>179</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Inter</vt:lpstr>
      <vt:lpstr>Inter Medium</vt:lpstr>
      <vt:lpstr>Inter SemiBold</vt:lpstr>
      <vt:lpstr>Plus Jakarta Sans</vt:lpstr>
      <vt:lpstr>Plus Jakarta Sans ExtraBold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 Legal</cp:lastModifiedBy>
  <cp:revision>1</cp:revision>
  <dcterms:created xsi:type="dcterms:W3CDTF">2013-01-27T09:14:16Z</dcterms:created>
  <dcterms:modified xsi:type="dcterms:W3CDTF">2026-08-24T09:12:46Z</dcterms:modified>
  <cp:category/>
</cp:coreProperties>
</file>